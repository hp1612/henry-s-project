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8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4"/>
  </p:sldMasterIdLst>
  <p:notesMasterIdLst>
    <p:notesMasterId r:id="rId28"/>
  </p:notesMasterIdLst>
  <p:handoutMasterIdLst>
    <p:handoutMasterId r:id="rId29"/>
  </p:handoutMasterIdLst>
  <p:sldIdLst>
    <p:sldId id="289" r:id="rId5"/>
    <p:sldId id="288" r:id="rId6"/>
    <p:sldId id="276" r:id="rId7"/>
    <p:sldId id="261" r:id="rId8"/>
    <p:sldId id="283" r:id="rId9"/>
    <p:sldId id="263" r:id="rId10"/>
    <p:sldId id="257" r:id="rId11"/>
    <p:sldId id="290" r:id="rId12"/>
    <p:sldId id="291" r:id="rId13"/>
    <p:sldId id="292" r:id="rId14"/>
    <p:sldId id="297" r:id="rId15"/>
    <p:sldId id="295" r:id="rId16"/>
    <p:sldId id="296" r:id="rId17"/>
    <p:sldId id="299" r:id="rId18"/>
    <p:sldId id="264" r:id="rId19"/>
    <p:sldId id="268" r:id="rId20"/>
    <p:sldId id="300" r:id="rId21"/>
    <p:sldId id="301" r:id="rId22"/>
    <p:sldId id="302" r:id="rId23"/>
    <p:sldId id="298" r:id="rId24"/>
    <p:sldId id="266" r:id="rId25"/>
    <p:sldId id="303" r:id="rId26"/>
    <p:sldId id="262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94" autoAdjust="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85251\Downloads\ecommerce_sales_analysis%20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[ecommerce_sales_analysis .xlsx]2. category_general_analysis!PivotTable1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Distribution</a:t>
            </a:r>
            <a:r>
              <a:rPr lang="en-US" baseline="0"/>
              <a:t> of Product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circle"/>
          <c:size val="6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circle"/>
          <c:size val="6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circle"/>
          <c:size val="6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circle"/>
          <c:size val="6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circle"/>
          <c:size val="6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circle"/>
          <c:size val="6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8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9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0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1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2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3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4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6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7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8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9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20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21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22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24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25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26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27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28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29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30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32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33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34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35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36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37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38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40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41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42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43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44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45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46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48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49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50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51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52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53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54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5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56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57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58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59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60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61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62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3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64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65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66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67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68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69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70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1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72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73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74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75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76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77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78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9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80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81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82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83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84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85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86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7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88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89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90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91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92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93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94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5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96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97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98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99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00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01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</c:pivotFmts>
    <c:plotArea>
      <c:layout/>
      <c:pieChart>
        <c:varyColors val="1"/>
        <c:ser>
          <c:idx val="0"/>
          <c:order val="0"/>
          <c:tx>
            <c:strRef>
              <c:f>'2. category_general_analysis'!$B$1</c:f>
              <c:strCache>
                <c:ptCount val="1"/>
                <c:pt idx="0">
                  <c:v>Count of product_id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D161-4097-9D40-F66D910D203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D161-4097-9D40-F66D910D203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D161-4097-9D40-F66D910D203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D161-4097-9D40-F66D910D2039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D161-4097-9D40-F66D910D2039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D161-4097-9D40-F66D910D2039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D-D161-4097-9D40-F66D910D203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'2. category_general_analysis'!$A$2:$A$9</c:f>
              <c:strCache>
                <c:ptCount val="7"/>
                <c:pt idx="0">
                  <c:v>Books</c:v>
                </c:pt>
                <c:pt idx="1">
                  <c:v>Clothing</c:v>
                </c:pt>
                <c:pt idx="2">
                  <c:v>Electronics</c:v>
                </c:pt>
                <c:pt idx="3">
                  <c:v>Health</c:v>
                </c:pt>
                <c:pt idx="4">
                  <c:v>Home &amp; Kitchen</c:v>
                </c:pt>
                <c:pt idx="5">
                  <c:v>Sports</c:v>
                </c:pt>
                <c:pt idx="6">
                  <c:v>Toys</c:v>
                </c:pt>
              </c:strCache>
            </c:strRef>
          </c:cat>
          <c:val>
            <c:numRef>
              <c:f>'2. category_general_analysis'!$B$2:$B$9</c:f>
              <c:numCache>
                <c:formatCode>General</c:formatCode>
                <c:ptCount val="7"/>
                <c:pt idx="0">
                  <c:v>154</c:v>
                </c:pt>
                <c:pt idx="1">
                  <c:v>140</c:v>
                </c:pt>
                <c:pt idx="2">
                  <c:v>138</c:v>
                </c:pt>
                <c:pt idx="3">
                  <c:v>139</c:v>
                </c:pt>
                <c:pt idx="4">
                  <c:v>125</c:v>
                </c:pt>
                <c:pt idx="5">
                  <c:v>153</c:v>
                </c:pt>
                <c:pt idx="6">
                  <c:v>151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D161-4097-9D40-F66D910D2039}"/>
            </c:ext>
          </c:extLst>
        </c:ser>
        <c:ser>
          <c:idx val="1"/>
          <c:order val="1"/>
          <c:tx>
            <c:strRef>
              <c:f>'2. category_general_analysis'!$C$1</c:f>
              <c:strCache>
                <c:ptCount val="1"/>
                <c:pt idx="0">
                  <c:v>Average of review_score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0-D161-4097-9D40-F66D910D203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2-D161-4097-9D40-F66D910D203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4-D161-4097-9D40-F66D910D203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6-D161-4097-9D40-F66D910D2039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8-D161-4097-9D40-F66D910D2039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A-D161-4097-9D40-F66D910D2039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C-D161-4097-9D40-F66D910D203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'2. category_general_analysis'!$A$2:$A$9</c:f>
              <c:strCache>
                <c:ptCount val="7"/>
                <c:pt idx="0">
                  <c:v>Books</c:v>
                </c:pt>
                <c:pt idx="1">
                  <c:v>Clothing</c:v>
                </c:pt>
                <c:pt idx="2">
                  <c:v>Electronics</c:v>
                </c:pt>
                <c:pt idx="3">
                  <c:v>Health</c:v>
                </c:pt>
                <c:pt idx="4">
                  <c:v>Home &amp; Kitchen</c:v>
                </c:pt>
                <c:pt idx="5">
                  <c:v>Sports</c:v>
                </c:pt>
                <c:pt idx="6">
                  <c:v>Toys</c:v>
                </c:pt>
              </c:strCache>
            </c:strRef>
          </c:cat>
          <c:val>
            <c:numRef>
              <c:f>'2. category_general_analysis'!$C$2:$C$9</c:f>
              <c:numCache>
                <c:formatCode>0.0</c:formatCode>
                <c:ptCount val="7"/>
                <c:pt idx="0">
                  <c:v>3.0967532467532481</c:v>
                </c:pt>
                <c:pt idx="1">
                  <c:v>2.9521428571428561</c:v>
                </c:pt>
                <c:pt idx="2">
                  <c:v>3.1434782608695651</c:v>
                </c:pt>
                <c:pt idx="3">
                  <c:v>3.0050359712230215</c:v>
                </c:pt>
                <c:pt idx="4">
                  <c:v>3.0352000000000001</c:v>
                </c:pt>
                <c:pt idx="5">
                  <c:v>3.0915032679738554</c:v>
                </c:pt>
                <c:pt idx="6">
                  <c:v>2.870860927152318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D-D161-4097-9D40-F66D910D2039}"/>
            </c:ext>
          </c:extLst>
        </c:ser>
        <c:ser>
          <c:idx val="2"/>
          <c:order val="2"/>
          <c:tx>
            <c:strRef>
              <c:f>'2. category_general_analysis'!$D$1</c:f>
              <c:strCache>
                <c:ptCount val="1"/>
                <c:pt idx="0">
                  <c:v>Average of review_count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F-D161-4097-9D40-F66D910D203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21-D161-4097-9D40-F66D910D203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23-D161-4097-9D40-F66D910D203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25-D161-4097-9D40-F66D910D2039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27-D161-4097-9D40-F66D910D2039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29-D161-4097-9D40-F66D910D2039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2B-D161-4097-9D40-F66D910D203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'2. category_general_analysis'!$A$2:$A$9</c:f>
              <c:strCache>
                <c:ptCount val="7"/>
                <c:pt idx="0">
                  <c:v>Books</c:v>
                </c:pt>
                <c:pt idx="1">
                  <c:v>Clothing</c:v>
                </c:pt>
                <c:pt idx="2">
                  <c:v>Electronics</c:v>
                </c:pt>
                <c:pt idx="3">
                  <c:v>Health</c:v>
                </c:pt>
                <c:pt idx="4">
                  <c:v>Home &amp; Kitchen</c:v>
                </c:pt>
                <c:pt idx="5">
                  <c:v>Sports</c:v>
                </c:pt>
                <c:pt idx="6">
                  <c:v>Toys</c:v>
                </c:pt>
              </c:strCache>
            </c:strRef>
          </c:cat>
          <c:val>
            <c:numRef>
              <c:f>'2. category_general_analysis'!$D$2:$D$9</c:f>
              <c:numCache>
                <c:formatCode>0</c:formatCode>
                <c:ptCount val="7"/>
                <c:pt idx="0">
                  <c:v>514.69480519480521</c:v>
                </c:pt>
                <c:pt idx="1">
                  <c:v>502.47857142857146</c:v>
                </c:pt>
                <c:pt idx="2">
                  <c:v>535.231884057971</c:v>
                </c:pt>
                <c:pt idx="3">
                  <c:v>520.84892086330933</c:v>
                </c:pt>
                <c:pt idx="4">
                  <c:v>541.88</c:v>
                </c:pt>
                <c:pt idx="5">
                  <c:v>547.22875816993462</c:v>
                </c:pt>
                <c:pt idx="6">
                  <c:v>524.33774834437088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C-D161-4097-9D40-F66D910D2039}"/>
            </c:ext>
          </c:extLst>
        </c:ser>
        <c:ser>
          <c:idx val="3"/>
          <c:order val="3"/>
          <c:tx>
            <c:strRef>
              <c:f>'2. category_general_analysis'!$E$1</c:f>
              <c:strCache>
                <c:ptCount val="1"/>
                <c:pt idx="0">
                  <c:v>Average of price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2E-D161-4097-9D40-F66D910D203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30-D161-4097-9D40-F66D910D203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32-D161-4097-9D40-F66D910D203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34-D161-4097-9D40-F66D910D2039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36-D161-4097-9D40-F66D910D2039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38-D161-4097-9D40-F66D910D2039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3A-D161-4097-9D40-F66D910D203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'2. category_general_analysis'!$A$2:$A$9</c:f>
              <c:strCache>
                <c:ptCount val="7"/>
                <c:pt idx="0">
                  <c:v>Books</c:v>
                </c:pt>
                <c:pt idx="1">
                  <c:v>Clothing</c:v>
                </c:pt>
                <c:pt idx="2">
                  <c:v>Electronics</c:v>
                </c:pt>
                <c:pt idx="3">
                  <c:v>Health</c:v>
                </c:pt>
                <c:pt idx="4">
                  <c:v>Home &amp; Kitchen</c:v>
                </c:pt>
                <c:pt idx="5">
                  <c:v>Sports</c:v>
                </c:pt>
                <c:pt idx="6">
                  <c:v>Toys</c:v>
                </c:pt>
              </c:strCache>
            </c:strRef>
          </c:cat>
          <c:val>
            <c:numRef>
              <c:f>'2. category_general_analysis'!$E$2:$E$9</c:f>
              <c:numCache>
                <c:formatCode>_([$$-409]* #,##0.00_);_([$$-409]* \(#,##0.00\);_([$$-409]* "-"??_);_(@_)</c:formatCode>
                <c:ptCount val="7"/>
                <c:pt idx="0">
                  <c:v>251.38480519480512</c:v>
                </c:pt>
                <c:pt idx="1">
                  <c:v>230.04178571428571</c:v>
                </c:pt>
                <c:pt idx="2">
                  <c:v>239.67427536231887</c:v>
                </c:pt>
                <c:pt idx="3">
                  <c:v>265.14258992805748</c:v>
                </c:pt>
                <c:pt idx="4">
                  <c:v>239.76967999999999</c:v>
                </c:pt>
                <c:pt idx="5">
                  <c:v>254.21627450980381</c:v>
                </c:pt>
                <c:pt idx="6">
                  <c:v>251.40298013245047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B-D161-4097-9D40-F66D910D2039}"/>
            </c:ext>
          </c:extLst>
        </c:ser>
        <c:ser>
          <c:idx val="4"/>
          <c:order val="4"/>
          <c:tx>
            <c:strRef>
              <c:f>'2. category_general_analysis'!$F$1</c:f>
              <c:strCache>
                <c:ptCount val="1"/>
                <c:pt idx="0">
                  <c:v>Sum of total_sales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3D-D161-4097-9D40-F66D910D203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3F-D161-4097-9D40-F66D910D203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41-D161-4097-9D40-F66D910D203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43-D161-4097-9D40-F66D910D2039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45-D161-4097-9D40-F66D910D2039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47-D161-4097-9D40-F66D910D2039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49-D161-4097-9D40-F66D910D203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'2. category_general_analysis'!$A$2:$A$9</c:f>
              <c:strCache>
                <c:ptCount val="7"/>
                <c:pt idx="0">
                  <c:v>Books</c:v>
                </c:pt>
                <c:pt idx="1">
                  <c:v>Clothing</c:v>
                </c:pt>
                <c:pt idx="2">
                  <c:v>Electronics</c:v>
                </c:pt>
                <c:pt idx="3">
                  <c:v>Health</c:v>
                </c:pt>
                <c:pt idx="4">
                  <c:v>Home &amp; Kitchen</c:v>
                </c:pt>
                <c:pt idx="5">
                  <c:v>Sports</c:v>
                </c:pt>
                <c:pt idx="6">
                  <c:v>Toys</c:v>
                </c:pt>
              </c:strCache>
            </c:strRef>
          </c:cat>
          <c:val>
            <c:numRef>
              <c:f>'2. category_general_analysis'!$F$2:$F$9</c:f>
              <c:numCache>
                <c:formatCode>0</c:formatCode>
                <c:ptCount val="7"/>
                <c:pt idx="0">
                  <c:v>938229</c:v>
                </c:pt>
                <c:pt idx="1">
                  <c:v>826536</c:v>
                </c:pt>
                <c:pt idx="2">
                  <c:v>845120</c:v>
                </c:pt>
                <c:pt idx="3">
                  <c:v>834414</c:v>
                </c:pt>
                <c:pt idx="4">
                  <c:v>742141</c:v>
                </c:pt>
                <c:pt idx="5">
                  <c:v>916371</c:v>
                </c:pt>
                <c:pt idx="6">
                  <c:v>917101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4A-D161-4097-9D40-F66D910D2039}"/>
            </c:ext>
          </c:extLst>
        </c:ser>
        <c:ser>
          <c:idx val="5"/>
          <c:order val="5"/>
          <c:tx>
            <c:strRef>
              <c:f>'2. category_general_analysis'!$G$1</c:f>
              <c:strCache>
                <c:ptCount val="1"/>
                <c:pt idx="0">
                  <c:v>Sum of total_revenue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4C-D161-4097-9D40-F66D910D203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4E-D161-4097-9D40-F66D910D203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50-D161-4097-9D40-F66D910D203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52-D161-4097-9D40-F66D910D2039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54-D161-4097-9D40-F66D910D2039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56-D161-4097-9D40-F66D910D2039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58-D161-4097-9D40-F66D910D203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'2. category_general_analysis'!$A$2:$A$9</c:f>
              <c:strCache>
                <c:ptCount val="7"/>
                <c:pt idx="0">
                  <c:v>Books</c:v>
                </c:pt>
                <c:pt idx="1">
                  <c:v>Clothing</c:v>
                </c:pt>
                <c:pt idx="2">
                  <c:v>Electronics</c:v>
                </c:pt>
                <c:pt idx="3">
                  <c:v>Health</c:v>
                </c:pt>
                <c:pt idx="4">
                  <c:v>Home &amp; Kitchen</c:v>
                </c:pt>
                <c:pt idx="5">
                  <c:v>Sports</c:v>
                </c:pt>
                <c:pt idx="6">
                  <c:v>Toys</c:v>
                </c:pt>
              </c:strCache>
            </c:strRef>
          </c:cat>
          <c:val>
            <c:numRef>
              <c:f>'2. category_general_analysis'!$G$2:$G$9</c:f>
              <c:numCache>
                <c:formatCode>_([$$-409]* #,##0_);_([$$-409]* \(#,##0\);_([$$-409]* "-"??_);_(@_)</c:formatCode>
                <c:ptCount val="7"/>
                <c:pt idx="0">
                  <c:v>236782805.60000005</c:v>
                </c:pt>
                <c:pt idx="1">
                  <c:v>187258320.84999996</c:v>
                </c:pt>
                <c:pt idx="2">
                  <c:v>201674684.07000011</c:v>
                </c:pt>
                <c:pt idx="3">
                  <c:v>221736852.12999997</c:v>
                </c:pt>
                <c:pt idx="4">
                  <c:v>178365505.26000005</c:v>
                </c:pt>
                <c:pt idx="5">
                  <c:v>232648831.87999994</c:v>
                </c:pt>
                <c:pt idx="6">
                  <c:v>230237183.23000002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59-D161-4097-9D40-F66D910D2039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alpha val="78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pattFill prst="dkDnDiag">
      <a:fgClr>
        <a:schemeClr val="lt1">
          <a:lumMod val="95000"/>
        </a:schemeClr>
      </a:fgClr>
      <a:bgClr>
        <a:schemeClr val="lt1"/>
      </a:bgClr>
    </a:patt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>
            <a:lumMod val="95000"/>
          </a:schemeClr>
        </a:fgClr>
        <a:bgClr>
          <a:schemeClr val="lt1"/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317500" algn="ctr" rotWithShape="0">
          <a:prstClr val="black">
            <a:alpha val="25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20000"/>
          </a:prstClr>
        </a:outerShdw>
      </a:effectLst>
      <a:scene3d>
        <a:camera prst="orthographicFront"/>
        <a:lightRig rig="threePt" dir="t"/>
      </a:scene3d>
      <a:sp3d prstMaterial="matte"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8000"/>
        </a:schemeClr>
      </a:solidFill>
    </cs:spPr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2D4228D-132D-4610-9B8E-C22F53399FF3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C299D4-FD37-4C6A-AAA1-01FEF811F469}">
      <dgm:prSet/>
      <dgm:spPr/>
      <dgm:t>
        <a:bodyPr/>
        <a:lstStyle/>
        <a:p>
          <a:r>
            <a:rPr lang="en-US"/>
            <a:t>Introduction</a:t>
          </a:r>
        </a:p>
      </dgm:t>
    </dgm:pt>
    <dgm:pt modelId="{E6A0FF22-264A-466A-84A1-A76BB2D4A317}" type="parTrans" cxnId="{999D7FCC-5EAE-405B-A914-DF3887B731CB}">
      <dgm:prSet/>
      <dgm:spPr/>
      <dgm:t>
        <a:bodyPr/>
        <a:lstStyle/>
        <a:p>
          <a:endParaRPr lang="en-US"/>
        </a:p>
      </dgm:t>
    </dgm:pt>
    <dgm:pt modelId="{876A2733-F6A4-4ADF-977D-A16540553A42}" type="sibTrans" cxnId="{999D7FCC-5EAE-405B-A914-DF3887B731CB}">
      <dgm:prSet/>
      <dgm:spPr/>
      <dgm:t>
        <a:bodyPr/>
        <a:lstStyle/>
        <a:p>
          <a:endParaRPr lang="en-US"/>
        </a:p>
      </dgm:t>
    </dgm:pt>
    <dgm:pt modelId="{C06C5B88-7B0F-4102-8E95-E9081BD04736}">
      <dgm:prSet/>
      <dgm:spPr/>
      <dgm:t>
        <a:bodyPr/>
        <a:lstStyle/>
        <a:p>
          <a:r>
            <a:rPr lang="en-US"/>
            <a:t>Methodology</a:t>
          </a:r>
        </a:p>
      </dgm:t>
    </dgm:pt>
    <dgm:pt modelId="{64A37C53-790A-489D-80EF-AFB3D2F286E7}" type="parTrans" cxnId="{E3E9ECE0-4CF1-4889-864F-696B29B7D15C}">
      <dgm:prSet/>
      <dgm:spPr/>
      <dgm:t>
        <a:bodyPr/>
        <a:lstStyle/>
        <a:p>
          <a:endParaRPr lang="en-US"/>
        </a:p>
      </dgm:t>
    </dgm:pt>
    <dgm:pt modelId="{FAFD9630-A7A6-4AD4-A59E-76627E3932B4}" type="sibTrans" cxnId="{E3E9ECE0-4CF1-4889-864F-696B29B7D15C}">
      <dgm:prSet/>
      <dgm:spPr/>
      <dgm:t>
        <a:bodyPr/>
        <a:lstStyle/>
        <a:p>
          <a:endParaRPr lang="en-US"/>
        </a:p>
      </dgm:t>
    </dgm:pt>
    <dgm:pt modelId="{5FAF6A0E-FDE7-44BD-8752-284E4180C65D}">
      <dgm:prSet/>
      <dgm:spPr/>
      <dgm:t>
        <a:bodyPr/>
        <a:lstStyle/>
        <a:p>
          <a:r>
            <a:rPr lang="en-US"/>
            <a:t>Data Analysis</a:t>
          </a:r>
        </a:p>
      </dgm:t>
    </dgm:pt>
    <dgm:pt modelId="{BC4410FC-53EC-4331-A1AF-F15F2DDA9C2F}" type="parTrans" cxnId="{262D6784-C151-499F-86EB-4FE0FF00228C}">
      <dgm:prSet/>
      <dgm:spPr/>
      <dgm:t>
        <a:bodyPr/>
        <a:lstStyle/>
        <a:p>
          <a:endParaRPr lang="en-US"/>
        </a:p>
      </dgm:t>
    </dgm:pt>
    <dgm:pt modelId="{2331AE10-71B2-45AF-BCAA-C4669C03681B}" type="sibTrans" cxnId="{262D6784-C151-499F-86EB-4FE0FF00228C}">
      <dgm:prSet/>
      <dgm:spPr/>
      <dgm:t>
        <a:bodyPr/>
        <a:lstStyle/>
        <a:p>
          <a:endParaRPr lang="en-US"/>
        </a:p>
      </dgm:t>
    </dgm:pt>
    <dgm:pt modelId="{47C198E0-53AB-49C3-92FF-994973371F68}">
      <dgm:prSet/>
      <dgm:spPr/>
      <dgm:t>
        <a:bodyPr/>
        <a:lstStyle/>
        <a:p>
          <a:r>
            <a:rPr lang="en-US"/>
            <a:t>Final tips &amp; takeaways</a:t>
          </a:r>
        </a:p>
      </dgm:t>
    </dgm:pt>
    <dgm:pt modelId="{02883F76-A47A-4A1F-9673-A9A01821D17D}" type="parTrans" cxnId="{5CEE80C2-27D3-4CDA-B40C-E0BB786DA6EC}">
      <dgm:prSet/>
      <dgm:spPr/>
      <dgm:t>
        <a:bodyPr/>
        <a:lstStyle/>
        <a:p>
          <a:endParaRPr lang="en-US"/>
        </a:p>
      </dgm:t>
    </dgm:pt>
    <dgm:pt modelId="{2F4C3866-EB54-412F-8F5D-B7519F0D6478}" type="sibTrans" cxnId="{5CEE80C2-27D3-4CDA-B40C-E0BB786DA6EC}">
      <dgm:prSet/>
      <dgm:spPr/>
      <dgm:t>
        <a:bodyPr/>
        <a:lstStyle/>
        <a:p>
          <a:endParaRPr lang="en-US"/>
        </a:p>
      </dgm:t>
    </dgm:pt>
    <dgm:pt modelId="{9FEF4F28-F943-42C5-8207-128B0600F767}">
      <dgm:prSet/>
      <dgm:spPr/>
      <dgm:t>
        <a:bodyPr/>
        <a:lstStyle/>
        <a:p>
          <a:r>
            <a:rPr lang="en-HK" dirty="0"/>
            <a:t>Business Strategy Advisory</a:t>
          </a:r>
        </a:p>
      </dgm:t>
    </dgm:pt>
    <dgm:pt modelId="{AE6E5C77-6455-41D4-94E5-71CAC3428548}" type="parTrans" cxnId="{CA7132F2-E206-4DA3-9AC9-C7F3448C4F99}">
      <dgm:prSet/>
      <dgm:spPr/>
      <dgm:t>
        <a:bodyPr/>
        <a:lstStyle/>
        <a:p>
          <a:endParaRPr lang="en-HK"/>
        </a:p>
      </dgm:t>
    </dgm:pt>
    <dgm:pt modelId="{411CBA65-FD3C-4457-80A7-5035D405AF75}" type="sibTrans" cxnId="{CA7132F2-E206-4DA3-9AC9-C7F3448C4F99}">
      <dgm:prSet/>
      <dgm:spPr/>
      <dgm:t>
        <a:bodyPr/>
        <a:lstStyle/>
        <a:p>
          <a:endParaRPr lang="en-HK"/>
        </a:p>
      </dgm:t>
    </dgm:pt>
    <dgm:pt modelId="{BAA62169-FD46-442C-8670-B59C62CDB02C}" type="pres">
      <dgm:prSet presAssocID="{02D4228D-132D-4610-9B8E-C22F53399FF3}" presName="linear" presStyleCnt="0">
        <dgm:presLayoutVars>
          <dgm:dir/>
          <dgm:animLvl val="lvl"/>
          <dgm:resizeHandles val="exact"/>
        </dgm:presLayoutVars>
      </dgm:prSet>
      <dgm:spPr/>
    </dgm:pt>
    <dgm:pt modelId="{677F4CE1-C92D-402B-919F-7487387D12FF}" type="pres">
      <dgm:prSet presAssocID="{A0C299D4-FD37-4C6A-AAA1-01FEF811F469}" presName="parentLin" presStyleCnt="0"/>
      <dgm:spPr/>
    </dgm:pt>
    <dgm:pt modelId="{9EAF1B2C-C85C-4007-9273-A5C35017A801}" type="pres">
      <dgm:prSet presAssocID="{A0C299D4-FD37-4C6A-AAA1-01FEF811F469}" presName="parentLeftMargin" presStyleLbl="node1" presStyleIdx="0" presStyleCnt="5"/>
      <dgm:spPr/>
    </dgm:pt>
    <dgm:pt modelId="{9A43EE21-3F30-4ADA-A827-A943604287BE}" type="pres">
      <dgm:prSet presAssocID="{A0C299D4-FD37-4C6A-AAA1-01FEF811F46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AECAA69-202D-4F4A-9360-E2EEC9FA734B}" type="pres">
      <dgm:prSet presAssocID="{A0C299D4-FD37-4C6A-AAA1-01FEF811F469}" presName="negativeSpace" presStyleCnt="0"/>
      <dgm:spPr/>
    </dgm:pt>
    <dgm:pt modelId="{8DCD33BC-49D8-4056-8B55-F7969F894A80}" type="pres">
      <dgm:prSet presAssocID="{A0C299D4-FD37-4C6A-AAA1-01FEF811F469}" presName="childText" presStyleLbl="conFgAcc1" presStyleIdx="0" presStyleCnt="5">
        <dgm:presLayoutVars>
          <dgm:bulletEnabled val="1"/>
        </dgm:presLayoutVars>
      </dgm:prSet>
      <dgm:spPr/>
    </dgm:pt>
    <dgm:pt modelId="{DEA46547-DFD2-40F0-8058-5991015993FC}" type="pres">
      <dgm:prSet presAssocID="{876A2733-F6A4-4ADF-977D-A16540553A42}" presName="spaceBetweenRectangles" presStyleCnt="0"/>
      <dgm:spPr/>
    </dgm:pt>
    <dgm:pt modelId="{FBC8988B-9579-4833-934A-C99F4EDE1C80}" type="pres">
      <dgm:prSet presAssocID="{C06C5B88-7B0F-4102-8E95-E9081BD04736}" presName="parentLin" presStyleCnt="0"/>
      <dgm:spPr/>
    </dgm:pt>
    <dgm:pt modelId="{FA7B93F3-1ACA-4471-9D53-D8F1B0FE4ADF}" type="pres">
      <dgm:prSet presAssocID="{C06C5B88-7B0F-4102-8E95-E9081BD04736}" presName="parentLeftMargin" presStyleLbl="node1" presStyleIdx="0" presStyleCnt="5"/>
      <dgm:spPr/>
    </dgm:pt>
    <dgm:pt modelId="{B6B55CC5-EB26-436D-A987-E31A7216A592}" type="pres">
      <dgm:prSet presAssocID="{C06C5B88-7B0F-4102-8E95-E9081BD0473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21CB1F2-6496-4149-ACD2-BD00701F1EB0}" type="pres">
      <dgm:prSet presAssocID="{C06C5B88-7B0F-4102-8E95-E9081BD04736}" presName="negativeSpace" presStyleCnt="0"/>
      <dgm:spPr/>
    </dgm:pt>
    <dgm:pt modelId="{8573A98B-C1E9-47A5-A259-369F81606D34}" type="pres">
      <dgm:prSet presAssocID="{C06C5B88-7B0F-4102-8E95-E9081BD04736}" presName="childText" presStyleLbl="conFgAcc1" presStyleIdx="1" presStyleCnt="5">
        <dgm:presLayoutVars>
          <dgm:bulletEnabled val="1"/>
        </dgm:presLayoutVars>
      </dgm:prSet>
      <dgm:spPr/>
    </dgm:pt>
    <dgm:pt modelId="{A53A7C34-47DF-4B2F-8AD1-CCF109CA41AF}" type="pres">
      <dgm:prSet presAssocID="{FAFD9630-A7A6-4AD4-A59E-76627E3932B4}" presName="spaceBetweenRectangles" presStyleCnt="0"/>
      <dgm:spPr/>
    </dgm:pt>
    <dgm:pt modelId="{391E9B41-AC44-4AEE-B37E-64A7FAAB68C0}" type="pres">
      <dgm:prSet presAssocID="{5FAF6A0E-FDE7-44BD-8752-284E4180C65D}" presName="parentLin" presStyleCnt="0"/>
      <dgm:spPr/>
    </dgm:pt>
    <dgm:pt modelId="{1A642257-119E-4F14-8A43-045D1BB60A88}" type="pres">
      <dgm:prSet presAssocID="{5FAF6A0E-FDE7-44BD-8752-284E4180C65D}" presName="parentLeftMargin" presStyleLbl="node1" presStyleIdx="1" presStyleCnt="5"/>
      <dgm:spPr/>
    </dgm:pt>
    <dgm:pt modelId="{4133ECBA-981A-491B-BBFB-F4F15F16525C}" type="pres">
      <dgm:prSet presAssocID="{5FAF6A0E-FDE7-44BD-8752-284E4180C65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539052F-5BF7-46E3-A137-622CBA517D4E}" type="pres">
      <dgm:prSet presAssocID="{5FAF6A0E-FDE7-44BD-8752-284E4180C65D}" presName="negativeSpace" presStyleCnt="0"/>
      <dgm:spPr/>
    </dgm:pt>
    <dgm:pt modelId="{7043633D-C09E-4EEA-B6FC-F75306F5E6CB}" type="pres">
      <dgm:prSet presAssocID="{5FAF6A0E-FDE7-44BD-8752-284E4180C65D}" presName="childText" presStyleLbl="conFgAcc1" presStyleIdx="2" presStyleCnt="5">
        <dgm:presLayoutVars>
          <dgm:bulletEnabled val="1"/>
        </dgm:presLayoutVars>
      </dgm:prSet>
      <dgm:spPr/>
    </dgm:pt>
    <dgm:pt modelId="{E23E6FFB-8C6B-4A60-BEA0-C6AD6AB43F69}" type="pres">
      <dgm:prSet presAssocID="{2331AE10-71B2-45AF-BCAA-C4669C03681B}" presName="spaceBetweenRectangles" presStyleCnt="0"/>
      <dgm:spPr/>
    </dgm:pt>
    <dgm:pt modelId="{1DEF8725-2B08-477B-991B-5B219B72AA68}" type="pres">
      <dgm:prSet presAssocID="{9FEF4F28-F943-42C5-8207-128B0600F767}" presName="parentLin" presStyleCnt="0"/>
      <dgm:spPr/>
    </dgm:pt>
    <dgm:pt modelId="{F1FE9991-DB59-420A-A4E8-1370A9AD02C4}" type="pres">
      <dgm:prSet presAssocID="{9FEF4F28-F943-42C5-8207-128B0600F767}" presName="parentLeftMargin" presStyleLbl="node1" presStyleIdx="2" presStyleCnt="5"/>
      <dgm:spPr/>
    </dgm:pt>
    <dgm:pt modelId="{738C782F-C632-4612-A037-4A37CAB49399}" type="pres">
      <dgm:prSet presAssocID="{9FEF4F28-F943-42C5-8207-128B0600F76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209DDB5-2404-4B83-819C-E059DC01AEB8}" type="pres">
      <dgm:prSet presAssocID="{9FEF4F28-F943-42C5-8207-128B0600F767}" presName="negativeSpace" presStyleCnt="0"/>
      <dgm:spPr/>
    </dgm:pt>
    <dgm:pt modelId="{D2C36C32-5D02-4391-8CE5-379949CCFE33}" type="pres">
      <dgm:prSet presAssocID="{9FEF4F28-F943-42C5-8207-128B0600F767}" presName="childText" presStyleLbl="conFgAcc1" presStyleIdx="3" presStyleCnt="5">
        <dgm:presLayoutVars>
          <dgm:bulletEnabled val="1"/>
        </dgm:presLayoutVars>
      </dgm:prSet>
      <dgm:spPr/>
    </dgm:pt>
    <dgm:pt modelId="{63BCB968-2F95-4AD1-BDE2-DBE5313A9430}" type="pres">
      <dgm:prSet presAssocID="{411CBA65-FD3C-4457-80A7-5035D405AF75}" presName="spaceBetweenRectangles" presStyleCnt="0"/>
      <dgm:spPr/>
    </dgm:pt>
    <dgm:pt modelId="{D4E906B3-0A23-412D-9051-F3BB4A0BB002}" type="pres">
      <dgm:prSet presAssocID="{47C198E0-53AB-49C3-92FF-994973371F68}" presName="parentLin" presStyleCnt="0"/>
      <dgm:spPr/>
    </dgm:pt>
    <dgm:pt modelId="{C9A907F8-34D2-4CD0-B330-9B9BDA9BC76A}" type="pres">
      <dgm:prSet presAssocID="{47C198E0-53AB-49C3-92FF-994973371F68}" presName="parentLeftMargin" presStyleLbl="node1" presStyleIdx="3" presStyleCnt="5"/>
      <dgm:spPr/>
    </dgm:pt>
    <dgm:pt modelId="{03405667-D4CB-43A6-979F-611E4B7FDAD0}" type="pres">
      <dgm:prSet presAssocID="{47C198E0-53AB-49C3-92FF-994973371F68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16D83AAF-A675-42DC-AF04-6339880E07E5}" type="pres">
      <dgm:prSet presAssocID="{47C198E0-53AB-49C3-92FF-994973371F68}" presName="negativeSpace" presStyleCnt="0"/>
      <dgm:spPr/>
    </dgm:pt>
    <dgm:pt modelId="{8D073C50-22C2-488F-9C5A-E0A7D9150940}" type="pres">
      <dgm:prSet presAssocID="{47C198E0-53AB-49C3-92FF-994973371F68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1FA65623-3B02-4F90-A842-8AA0437FF3ED}" type="presOf" srcId="{9FEF4F28-F943-42C5-8207-128B0600F767}" destId="{738C782F-C632-4612-A037-4A37CAB49399}" srcOrd="1" destOrd="0" presId="urn:microsoft.com/office/officeart/2005/8/layout/list1"/>
    <dgm:cxn modelId="{8B13BF28-CAED-420C-AEA8-C0E6B59FD37D}" type="presOf" srcId="{5FAF6A0E-FDE7-44BD-8752-284E4180C65D}" destId="{4133ECBA-981A-491B-BBFB-F4F15F16525C}" srcOrd="1" destOrd="0" presId="urn:microsoft.com/office/officeart/2005/8/layout/list1"/>
    <dgm:cxn modelId="{A69A032C-3508-4E99-A89B-B88D7A0114B6}" type="presOf" srcId="{47C198E0-53AB-49C3-92FF-994973371F68}" destId="{03405667-D4CB-43A6-979F-611E4B7FDAD0}" srcOrd="1" destOrd="0" presId="urn:microsoft.com/office/officeart/2005/8/layout/list1"/>
    <dgm:cxn modelId="{B47F594C-5C38-4878-AB34-866F1B731603}" type="presOf" srcId="{9FEF4F28-F943-42C5-8207-128B0600F767}" destId="{F1FE9991-DB59-420A-A4E8-1370A9AD02C4}" srcOrd="0" destOrd="0" presId="urn:microsoft.com/office/officeart/2005/8/layout/list1"/>
    <dgm:cxn modelId="{262D6784-C151-499F-86EB-4FE0FF00228C}" srcId="{02D4228D-132D-4610-9B8E-C22F53399FF3}" destId="{5FAF6A0E-FDE7-44BD-8752-284E4180C65D}" srcOrd="2" destOrd="0" parTransId="{BC4410FC-53EC-4331-A1AF-F15F2DDA9C2F}" sibTransId="{2331AE10-71B2-45AF-BCAA-C4669C03681B}"/>
    <dgm:cxn modelId="{05BC1786-1B50-4690-8A6E-DCD01634FD41}" type="presOf" srcId="{5FAF6A0E-FDE7-44BD-8752-284E4180C65D}" destId="{1A642257-119E-4F14-8A43-045D1BB60A88}" srcOrd="0" destOrd="0" presId="urn:microsoft.com/office/officeart/2005/8/layout/list1"/>
    <dgm:cxn modelId="{4E5F888D-BAA3-4351-B919-76A697FE92D9}" type="presOf" srcId="{47C198E0-53AB-49C3-92FF-994973371F68}" destId="{C9A907F8-34D2-4CD0-B330-9B9BDA9BC76A}" srcOrd="0" destOrd="0" presId="urn:microsoft.com/office/officeart/2005/8/layout/list1"/>
    <dgm:cxn modelId="{40D01099-917B-43BF-8F4F-9C35EDA26A6A}" type="presOf" srcId="{02D4228D-132D-4610-9B8E-C22F53399FF3}" destId="{BAA62169-FD46-442C-8670-B59C62CDB02C}" srcOrd="0" destOrd="0" presId="urn:microsoft.com/office/officeart/2005/8/layout/list1"/>
    <dgm:cxn modelId="{8BE93BA7-C4B7-4008-8042-B88EEDE70CD4}" type="presOf" srcId="{C06C5B88-7B0F-4102-8E95-E9081BD04736}" destId="{FA7B93F3-1ACA-4471-9D53-D8F1B0FE4ADF}" srcOrd="0" destOrd="0" presId="urn:microsoft.com/office/officeart/2005/8/layout/list1"/>
    <dgm:cxn modelId="{A256C1A7-21A1-4759-9B2B-1BC93453BEC7}" type="presOf" srcId="{A0C299D4-FD37-4C6A-AAA1-01FEF811F469}" destId="{9A43EE21-3F30-4ADA-A827-A943604287BE}" srcOrd="1" destOrd="0" presId="urn:microsoft.com/office/officeart/2005/8/layout/list1"/>
    <dgm:cxn modelId="{5CEE80C2-27D3-4CDA-B40C-E0BB786DA6EC}" srcId="{02D4228D-132D-4610-9B8E-C22F53399FF3}" destId="{47C198E0-53AB-49C3-92FF-994973371F68}" srcOrd="4" destOrd="0" parTransId="{02883F76-A47A-4A1F-9673-A9A01821D17D}" sibTransId="{2F4C3866-EB54-412F-8F5D-B7519F0D6478}"/>
    <dgm:cxn modelId="{999D7FCC-5EAE-405B-A914-DF3887B731CB}" srcId="{02D4228D-132D-4610-9B8E-C22F53399FF3}" destId="{A0C299D4-FD37-4C6A-AAA1-01FEF811F469}" srcOrd="0" destOrd="0" parTransId="{E6A0FF22-264A-466A-84A1-A76BB2D4A317}" sibTransId="{876A2733-F6A4-4ADF-977D-A16540553A42}"/>
    <dgm:cxn modelId="{E3E9ECE0-4CF1-4889-864F-696B29B7D15C}" srcId="{02D4228D-132D-4610-9B8E-C22F53399FF3}" destId="{C06C5B88-7B0F-4102-8E95-E9081BD04736}" srcOrd="1" destOrd="0" parTransId="{64A37C53-790A-489D-80EF-AFB3D2F286E7}" sibTransId="{FAFD9630-A7A6-4AD4-A59E-76627E3932B4}"/>
    <dgm:cxn modelId="{F363A4E7-B1A7-4083-BE77-5F1FB95B73AC}" type="presOf" srcId="{A0C299D4-FD37-4C6A-AAA1-01FEF811F469}" destId="{9EAF1B2C-C85C-4007-9273-A5C35017A801}" srcOrd="0" destOrd="0" presId="urn:microsoft.com/office/officeart/2005/8/layout/list1"/>
    <dgm:cxn modelId="{CA7132F2-E206-4DA3-9AC9-C7F3448C4F99}" srcId="{02D4228D-132D-4610-9B8E-C22F53399FF3}" destId="{9FEF4F28-F943-42C5-8207-128B0600F767}" srcOrd="3" destOrd="0" parTransId="{AE6E5C77-6455-41D4-94E5-71CAC3428548}" sibTransId="{411CBA65-FD3C-4457-80A7-5035D405AF75}"/>
    <dgm:cxn modelId="{D2EA50FC-71E9-442B-84AB-8F74D1E5A0FD}" type="presOf" srcId="{C06C5B88-7B0F-4102-8E95-E9081BD04736}" destId="{B6B55CC5-EB26-436D-A987-E31A7216A592}" srcOrd="1" destOrd="0" presId="urn:microsoft.com/office/officeart/2005/8/layout/list1"/>
    <dgm:cxn modelId="{F26AAF20-CC2F-4F0A-B420-5507AB548DF2}" type="presParOf" srcId="{BAA62169-FD46-442C-8670-B59C62CDB02C}" destId="{677F4CE1-C92D-402B-919F-7487387D12FF}" srcOrd="0" destOrd="0" presId="urn:microsoft.com/office/officeart/2005/8/layout/list1"/>
    <dgm:cxn modelId="{665DA075-68DF-4C08-B3C6-6627F67B167E}" type="presParOf" srcId="{677F4CE1-C92D-402B-919F-7487387D12FF}" destId="{9EAF1B2C-C85C-4007-9273-A5C35017A801}" srcOrd="0" destOrd="0" presId="urn:microsoft.com/office/officeart/2005/8/layout/list1"/>
    <dgm:cxn modelId="{DFFDFACC-9546-4487-A4A7-E5A89A134128}" type="presParOf" srcId="{677F4CE1-C92D-402B-919F-7487387D12FF}" destId="{9A43EE21-3F30-4ADA-A827-A943604287BE}" srcOrd="1" destOrd="0" presId="urn:microsoft.com/office/officeart/2005/8/layout/list1"/>
    <dgm:cxn modelId="{A3AB4F73-2E9F-4DAC-AD8B-65E549CCE131}" type="presParOf" srcId="{BAA62169-FD46-442C-8670-B59C62CDB02C}" destId="{FAECAA69-202D-4F4A-9360-E2EEC9FA734B}" srcOrd="1" destOrd="0" presId="urn:microsoft.com/office/officeart/2005/8/layout/list1"/>
    <dgm:cxn modelId="{87AA3C40-A925-481B-8245-ED1C97C4EB89}" type="presParOf" srcId="{BAA62169-FD46-442C-8670-B59C62CDB02C}" destId="{8DCD33BC-49D8-4056-8B55-F7969F894A80}" srcOrd="2" destOrd="0" presId="urn:microsoft.com/office/officeart/2005/8/layout/list1"/>
    <dgm:cxn modelId="{18174027-D587-402E-87AD-6FC610248435}" type="presParOf" srcId="{BAA62169-FD46-442C-8670-B59C62CDB02C}" destId="{DEA46547-DFD2-40F0-8058-5991015993FC}" srcOrd="3" destOrd="0" presId="urn:microsoft.com/office/officeart/2005/8/layout/list1"/>
    <dgm:cxn modelId="{1F5E9DB2-8E21-4045-A513-D3D0EFB0C302}" type="presParOf" srcId="{BAA62169-FD46-442C-8670-B59C62CDB02C}" destId="{FBC8988B-9579-4833-934A-C99F4EDE1C80}" srcOrd="4" destOrd="0" presId="urn:microsoft.com/office/officeart/2005/8/layout/list1"/>
    <dgm:cxn modelId="{EEFCEADB-954D-4D70-9132-965E1357F008}" type="presParOf" srcId="{FBC8988B-9579-4833-934A-C99F4EDE1C80}" destId="{FA7B93F3-1ACA-4471-9D53-D8F1B0FE4ADF}" srcOrd="0" destOrd="0" presId="urn:microsoft.com/office/officeart/2005/8/layout/list1"/>
    <dgm:cxn modelId="{F83879EE-1636-4918-AE98-909D245AADB2}" type="presParOf" srcId="{FBC8988B-9579-4833-934A-C99F4EDE1C80}" destId="{B6B55CC5-EB26-436D-A987-E31A7216A592}" srcOrd="1" destOrd="0" presId="urn:microsoft.com/office/officeart/2005/8/layout/list1"/>
    <dgm:cxn modelId="{B1700197-28AA-4745-B514-8BCA4A2C0B78}" type="presParOf" srcId="{BAA62169-FD46-442C-8670-B59C62CDB02C}" destId="{D21CB1F2-6496-4149-ACD2-BD00701F1EB0}" srcOrd="5" destOrd="0" presId="urn:microsoft.com/office/officeart/2005/8/layout/list1"/>
    <dgm:cxn modelId="{9F7977CC-DE18-453E-B89E-9D025D99969B}" type="presParOf" srcId="{BAA62169-FD46-442C-8670-B59C62CDB02C}" destId="{8573A98B-C1E9-47A5-A259-369F81606D34}" srcOrd="6" destOrd="0" presId="urn:microsoft.com/office/officeart/2005/8/layout/list1"/>
    <dgm:cxn modelId="{511F11B2-2E55-4380-8784-4EE050663824}" type="presParOf" srcId="{BAA62169-FD46-442C-8670-B59C62CDB02C}" destId="{A53A7C34-47DF-4B2F-8AD1-CCF109CA41AF}" srcOrd="7" destOrd="0" presId="urn:microsoft.com/office/officeart/2005/8/layout/list1"/>
    <dgm:cxn modelId="{A2CA9D77-E233-4A87-BA01-956103B31026}" type="presParOf" srcId="{BAA62169-FD46-442C-8670-B59C62CDB02C}" destId="{391E9B41-AC44-4AEE-B37E-64A7FAAB68C0}" srcOrd="8" destOrd="0" presId="urn:microsoft.com/office/officeart/2005/8/layout/list1"/>
    <dgm:cxn modelId="{C231E424-A59B-4196-B8B2-5F88C999109E}" type="presParOf" srcId="{391E9B41-AC44-4AEE-B37E-64A7FAAB68C0}" destId="{1A642257-119E-4F14-8A43-045D1BB60A88}" srcOrd="0" destOrd="0" presId="urn:microsoft.com/office/officeart/2005/8/layout/list1"/>
    <dgm:cxn modelId="{71FEC2FC-24D9-4A4D-8AFA-0CFB44E0361D}" type="presParOf" srcId="{391E9B41-AC44-4AEE-B37E-64A7FAAB68C0}" destId="{4133ECBA-981A-491B-BBFB-F4F15F16525C}" srcOrd="1" destOrd="0" presId="urn:microsoft.com/office/officeart/2005/8/layout/list1"/>
    <dgm:cxn modelId="{66768770-0823-4138-8964-467EE61CF05D}" type="presParOf" srcId="{BAA62169-FD46-442C-8670-B59C62CDB02C}" destId="{6539052F-5BF7-46E3-A137-622CBA517D4E}" srcOrd="9" destOrd="0" presId="urn:microsoft.com/office/officeart/2005/8/layout/list1"/>
    <dgm:cxn modelId="{F670AD35-0ECE-4F64-A49F-42929A73B31E}" type="presParOf" srcId="{BAA62169-FD46-442C-8670-B59C62CDB02C}" destId="{7043633D-C09E-4EEA-B6FC-F75306F5E6CB}" srcOrd="10" destOrd="0" presId="urn:microsoft.com/office/officeart/2005/8/layout/list1"/>
    <dgm:cxn modelId="{A53514A9-DB0D-46DD-A7B8-FC5BA795A3BD}" type="presParOf" srcId="{BAA62169-FD46-442C-8670-B59C62CDB02C}" destId="{E23E6FFB-8C6B-4A60-BEA0-C6AD6AB43F69}" srcOrd="11" destOrd="0" presId="urn:microsoft.com/office/officeart/2005/8/layout/list1"/>
    <dgm:cxn modelId="{C4DCE822-8E4F-4E43-848C-6214C7CF56EA}" type="presParOf" srcId="{BAA62169-FD46-442C-8670-B59C62CDB02C}" destId="{1DEF8725-2B08-477B-991B-5B219B72AA68}" srcOrd="12" destOrd="0" presId="urn:microsoft.com/office/officeart/2005/8/layout/list1"/>
    <dgm:cxn modelId="{5B3C5E3D-EA2A-4E22-91E3-C32D8906F624}" type="presParOf" srcId="{1DEF8725-2B08-477B-991B-5B219B72AA68}" destId="{F1FE9991-DB59-420A-A4E8-1370A9AD02C4}" srcOrd="0" destOrd="0" presId="urn:microsoft.com/office/officeart/2005/8/layout/list1"/>
    <dgm:cxn modelId="{8F496A92-DD87-4532-A54D-FF5989F59338}" type="presParOf" srcId="{1DEF8725-2B08-477B-991B-5B219B72AA68}" destId="{738C782F-C632-4612-A037-4A37CAB49399}" srcOrd="1" destOrd="0" presId="urn:microsoft.com/office/officeart/2005/8/layout/list1"/>
    <dgm:cxn modelId="{7EBF541A-C8FE-4902-81EF-556EF90359A9}" type="presParOf" srcId="{BAA62169-FD46-442C-8670-B59C62CDB02C}" destId="{2209DDB5-2404-4B83-819C-E059DC01AEB8}" srcOrd="13" destOrd="0" presId="urn:microsoft.com/office/officeart/2005/8/layout/list1"/>
    <dgm:cxn modelId="{A0A30466-42E0-401E-8942-9CC857A298AC}" type="presParOf" srcId="{BAA62169-FD46-442C-8670-B59C62CDB02C}" destId="{D2C36C32-5D02-4391-8CE5-379949CCFE33}" srcOrd="14" destOrd="0" presId="urn:microsoft.com/office/officeart/2005/8/layout/list1"/>
    <dgm:cxn modelId="{C97B27A9-95E3-4B3D-ADFC-0DC43E6EA978}" type="presParOf" srcId="{BAA62169-FD46-442C-8670-B59C62CDB02C}" destId="{63BCB968-2F95-4AD1-BDE2-DBE5313A9430}" srcOrd="15" destOrd="0" presId="urn:microsoft.com/office/officeart/2005/8/layout/list1"/>
    <dgm:cxn modelId="{87BF92D3-7794-4EEA-A765-970D92AB7AE2}" type="presParOf" srcId="{BAA62169-FD46-442C-8670-B59C62CDB02C}" destId="{D4E906B3-0A23-412D-9051-F3BB4A0BB002}" srcOrd="16" destOrd="0" presId="urn:microsoft.com/office/officeart/2005/8/layout/list1"/>
    <dgm:cxn modelId="{B859BF0B-A88E-406D-A47A-6798CFDA2213}" type="presParOf" srcId="{D4E906B3-0A23-412D-9051-F3BB4A0BB002}" destId="{C9A907F8-34D2-4CD0-B330-9B9BDA9BC76A}" srcOrd="0" destOrd="0" presId="urn:microsoft.com/office/officeart/2005/8/layout/list1"/>
    <dgm:cxn modelId="{A22730D3-D27C-415C-B748-7AEDF6B79995}" type="presParOf" srcId="{D4E906B3-0A23-412D-9051-F3BB4A0BB002}" destId="{03405667-D4CB-43A6-979F-611E4B7FDAD0}" srcOrd="1" destOrd="0" presId="urn:microsoft.com/office/officeart/2005/8/layout/list1"/>
    <dgm:cxn modelId="{718494E1-8AE5-4D5E-9249-7F0A0D73E847}" type="presParOf" srcId="{BAA62169-FD46-442C-8670-B59C62CDB02C}" destId="{16D83AAF-A675-42DC-AF04-6339880E07E5}" srcOrd="17" destOrd="0" presId="urn:microsoft.com/office/officeart/2005/8/layout/list1"/>
    <dgm:cxn modelId="{79AC6508-6F4D-431B-9A64-300D19583BE6}" type="presParOf" srcId="{BAA62169-FD46-442C-8670-B59C62CDB02C}" destId="{8D073C50-22C2-488F-9C5A-E0A7D9150940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DD6256F-B633-4432-B17B-6589921B08E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FAA57BD-09C1-4D9D-9D78-3C8781B6BDE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E-Commerce generated $1.5 Billion Revenue in 2025</a:t>
          </a:r>
        </a:p>
      </dgm:t>
    </dgm:pt>
    <dgm:pt modelId="{09EBF5BA-C7BF-4A53-B61B-FE57A76937AD}" type="parTrans" cxnId="{B53B3D01-789D-4DAC-BE02-B07A1CCCE68F}">
      <dgm:prSet/>
      <dgm:spPr/>
      <dgm:t>
        <a:bodyPr/>
        <a:lstStyle/>
        <a:p>
          <a:endParaRPr lang="en-US"/>
        </a:p>
      </dgm:t>
    </dgm:pt>
    <dgm:pt modelId="{2C27F719-6AA8-495A-B567-4EFD024E7916}" type="sibTrans" cxnId="{B53B3D01-789D-4DAC-BE02-B07A1CCCE68F}">
      <dgm:prSet/>
      <dgm:spPr/>
      <dgm:t>
        <a:bodyPr/>
        <a:lstStyle/>
        <a:p>
          <a:endParaRPr lang="en-US"/>
        </a:p>
      </dgm:t>
    </dgm:pt>
    <dgm:pt modelId="{7378BBB2-38BA-418D-BDA1-79E1AA6BBA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Biggest Business Segment in the Company</a:t>
          </a:r>
        </a:p>
      </dgm:t>
    </dgm:pt>
    <dgm:pt modelId="{77CD98A3-B769-422C-A9A5-1297DD3AA474}" type="parTrans" cxnId="{151904BF-9E7B-436C-B08C-85F86D408F9E}">
      <dgm:prSet/>
      <dgm:spPr/>
      <dgm:t>
        <a:bodyPr/>
        <a:lstStyle/>
        <a:p>
          <a:endParaRPr lang="en-US"/>
        </a:p>
      </dgm:t>
    </dgm:pt>
    <dgm:pt modelId="{04D4D7B7-C539-4906-9650-0179E281D400}" type="sibTrans" cxnId="{151904BF-9E7B-436C-B08C-85F86D408F9E}">
      <dgm:prSet/>
      <dgm:spPr/>
      <dgm:t>
        <a:bodyPr/>
        <a:lstStyle/>
        <a:p>
          <a:endParaRPr lang="en-US"/>
        </a:p>
      </dgm:t>
    </dgm:pt>
    <dgm:pt modelId="{DB153991-BCD1-47C6-9DC3-3F44651EFD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Books are highest earning with $129 Million in Revenue</a:t>
          </a:r>
        </a:p>
      </dgm:t>
    </dgm:pt>
    <dgm:pt modelId="{85599ECF-7956-43A9-8E6C-84DD4CDB7BD8}" type="parTrans" cxnId="{6C8A5B9B-6071-45BC-BF4C-34312202C286}">
      <dgm:prSet/>
      <dgm:spPr/>
      <dgm:t>
        <a:bodyPr/>
        <a:lstStyle/>
        <a:p>
          <a:endParaRPr lang="en-US"/>
        </a:p>
      </dgm:t>
    </dgm:pt>
    <dgm:pt modelId="{A43DDAB4-CA04-4005-B8EA-F62357335D7C}" type="sibTrans" cxnId="{6C8A5B9B-6071-45BC-BF4C-34312202C286}">
      <dgm:prSet/>
      <dgm:spPr/>
      <dgm:t>
        <a:bodyPr/>
        <a:lstStyle/>
        <a:p>
          <a:endParaRPr lang="en-US"/>
        </a:p>
      </dgm:t>
    </dgm:pt>
    <dgm:pt modelId="{4C5002DC-20E6-4D0C-BE5C-FC2610AC19D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 Analysis to identify Business Direction and adjustment of Operations</a:t>
          </a:r>
        </a:p>
      </dgm:t>
    </dgm:pt>
    <dgm:pt modelId="{16E3F89D-FCB0-4C42-9154-55ECDF29FED9}" type="parTrans" cxnId="{B805C668-FEC6-41D4-82C2-679DE981BF2D}">
      <dgm:prSet/>
      <dgm:spPr/>
      <dgm:t>
        <a:bodyPr/>
        <a:lstStyle/>
        <a:p>
          <a:endParaRPr lang="en-US"/>
        </a:p>
      </dgm:t>
    </dgm:pt>
    <dgm:pt modelId="{2CBE8D7F-3F60-4E26-BA2E-477BB62A4937}" type="sibTrans" cxnId="{B805C668-FEC6-41D4-82C2-679DE981BF2D}">
      <dgm:prSet/>
      <dgm:spPr/>
      <dgm:t>
        <a:bodyPr/>
        <a:lstStyle/>
        <a:p>
          <a:endParaRPr lang="en-US"/>
        </a:p>
      </dgm:t>
    </dgm:pt>
    <dgm:pt modelId="{6E839392-798F-407E-A8BB-BB7B64FC6882}" type="pres">
      <dgm:prSet presAssocID="{3DD6256F-B633-4432-B17B-6589921B08E7}" presName="root" presStyleCnt="0">
        <dgm:presLayoutVars>
          <dgm:dir/>
          <dgm:resizeHandles val="exact"/>
        </dgm:presLayoutVars>
      </dgm:prSet>
      <dgm:spPr/>
    </dgm:pt>
    <dgm:pt modelId="{2B97ACC3-2203-4B5C-9AD5-4F3AF9E96617}" type="pres">
      <dgm:prSet presAssocID="{6FAA57BD-09C1-4D9D-9D78-3C8781B6BDE8}" presName="compNode" presStyleCnt="0"/>
      <dgm:spPr/>
    </dgm:pt>
    <dgm:pt modelId="{39B51D85-D1E6-40E2-93FD-FA61F8455CE0}" type="pres">
      <dgm:prSet presAssocID="{6FAA57BD-09C1-4D9D-9D78-3C8781B6BDE8}" presName="bgRect" presStyleLbl="bgShp" presStyleIdx="0" presStyleCnt="4"/>
      <dgm:spPr/>
    </dgm:pt>
    <dgm:pt modelId="{3195282E-A4F8-401A-9EF4-341232E56106}" type="pres">
      <dgm:prSet presAssocID="{6FAA57BD-09C1-4D9D-9D78-3C8781B6BDE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8F8E5A03-8D5A-4956-A443-D19CADA38912}" type="pres">
      <dgm:prSet presAssocID="{6FAA57BD-09C1-4D9D-9D78-3C8781B6BDE8}" presName="spaceRect" presStyleCnt="0"/>
      <dgm:spPr/>
    </dgm:pt>
    <dgm:pt modelId="{9D753DC2-E246-4CFB-A04B-E3BE997684E6}" type="pres">
      <dgm:prSet presAssocID="{6FAA57BD-09C1-4D9D-9D78-3C8781B6BDE8}" presName="parTx" presStyleLbl="revTx" presStyleIdx="0" presStyleCnt="4">
        <dgm:presLayoutVars>
          <dgm:chMax val="0"/>
          <dgm:chPref val="0"/>
        </dgm:presLayoutVars>
      </dgm:prSet>
      <dgm:spPr/>
    </dgm:pt>
    <dgm:pt modelId="{33BE09E1-E14E-4E6C-B70B-D6A7D1F6F6EE}" type="pres">
      <dgm:prSet presAssocID="{2C27F719-6AA8-495A-B567-4EFD024E7916}" presName="sibTrans" presStyleCnt="0"/>
      <dgm:spPr/>
    </dgm:pt>
    <dgm:pt modelId="{CDB3AFE8-8591-41F8-A26D-1F04B7EF6D74}" type="pres">
      <dgm:prSet presAssocID="{7378BBB2-38BA-418D-BDA1-79E1AA6BBA6A}" presName="compNode" presStyleCnt="0"/>
      <dgm:spPr/>
    </dgm:pt>
    <dgm:pt modelId="{DB545BB5-E7AD-42B9-87CF-845775649E7E}" type="pres">
      <dgm:prSet presAssocID="{7378BBB2-38BA-418D-BDA1-79E1AA6BBA6A}" presName="bgRect" presStyleLbl="bgShp" presStyleIdx="1" presStyleCnt="4"/>
      <dgm:spPr/>
    </dgm:pt>
    <dgm:pt modelId="{A0143C55-B8F9-467F-B107-599BF7698AD1}" type="pres">
      <dgm:prSet presAssocID="{7378BBB2-38BA-418D-BDA1-79E1AA6BBA6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C762B527-2516-43DC-9668-DB138012858D}" type="pres">
      <dgm:prSet presAssocID="{7378BBB2-38BA-418D-BDA1-79E1AA6BBA6A}" presName="spaceRect" presStyleCnt="0"/>
      <dgm:spPr/>
    </dgm:pt>
    <dgm:pt modelId="{FA15736A-F64E-44FA-B9E8-28BBD1926115}" type="pres">
      <dgm:prSet presAssocID="{7378BBB2-38BA-418D-BDA1-79E1AA6BBA6A}" presName="parTx" presStyleLbl="revTx" presStyleIdx="1" presStyleCnt="4">
        <dgm:presLayoutVars>
          <dgm:chMax val="0"/>
          <dgm:chPref val="0"/>
        </dgm:presLayoutVars>
      </dgm:prSet>
      <dgm:spPr/>
    </dgm:pt>
    <dgm:pt modelId="{683F1E66-F684-432E-9CDA-D90218609DDB}" type="pres">
      <dgm:prSet presAssocID="{04D4D7B7-C539-4906-9650-0179E281D400}" presName="sibTrans" presStyleCnt="0"/>
      <dgm:spPr/>
    </dgm:pt>
    <dgm:pt modelId="{9BA7B8D6-C9D7-462B-8131-90D1D9BAD3FF}" type="pres">
      <dgm:prSet presAssocID="{DB153991-BCD1-47C6-9DC3-3F44651EFDB9}" presName="compNode" presStyleCnt="0"/>
      <dgm:spPr/>
    </dgm:pt>
    <dgm:pt modelId="{AF2846C9-F62D-4067-AA5A-123995BF02DD}" type="pres">
      <dgm:prSet presAssocID="{DB153991-BCD1-47C6-9DC3-3F44651EFDB9}" presName="bgRect" presStyleLbl="bgShp" presStyleIdx="2" presStyleCnt="4"/>
      <dgm:spPr/>
    </dgm:pt>
    <dgm:pt modelId="{2D61F53E-C900-4535-AC79-CE0500D29430}" type="pres">
      <dgm:prSet presAssocID="{DB153991-BCD1-47C6-9DC3-3F44651EFDB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9E748D37-1C14-4B87-8C58-42A889F95DEF}" type="pres">
      <dgm:prSet presAssocID="{DB153991-BCD1-47C6-9DC3-3F44651EFDB9}" presName="spaceRect" presStyleCnt="0"/>
      <dgm:spPr/>
    </dgm:pt>
    <dgm:pt modelId="{45B28801-076D-4980-9BA2-744BF73AC849}" type="pres">
      <dgm:prSet presAssocID="{DB153991-BCD1-47C6-9DC3-3F44651EFDB9}" presName="parTx" presStyleLbl="revTx" presStyleIdx="2" presStyleCnt="4">
        <dgm:presLayoutVars>
          <dgm:chMax val="0"/>
          <dgm:chPref val="0"/>
        </dgm:presLayoutVars>
      </dgm:prSet>
      <dgm:spPr/>
    </dgm:pt>
    <dgm:pt modelId="{F7282C84-366C-4ED4-8F07-ECAF6F1BE9E3}" type="pres">
      <dgm:prSet presAssocID="{A43DDAB4-CA04-4005-B8EA-F62357335D7C}" presName="sibTrans" presStyleCnt="0"/>
      <dgm:spPr/>
    </dgm:pt>
    <dgm:pt modelId="{19F81C1D-B673-4ABB-ADD6-693CFF44D9F4}" type="pres">
      <dgm:prSet presAssocID="{4C5002DC-20E6-4D0C-BE5C-FC2610AC19D2}" presName="compNode" presStyleCnt="0"/>
      <dgm:spPr/>
    </dgm:pt>
    <dgm:pt modelId="{E316E6D5-FD47-4C28-8AF6-BDE8A71F75FB}" type="pres">
      <dgm:prSet presAssocID="{4C5002DC-20E6-4D0C-BE5C-FC2610AC19D2}" presName="bgRect" presStyleLbl="bgShp" presStyleIdx="3" presStyleCnt="4"/>
      <dgm:spPr/>
    </dgm:pt>
    <dgm:pt modelId="{9B680306-BEEF-4362-B66E-57FFDF29F2F2}" type="pres">
      <dgm:prSet presAssocID="{4C5002DC-20E6-4D0C-BE5C-FC2610AC19D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DB3F4189-FF49-4B1D-9935-737FD51342DB}" type="pres">
      <dgm:prSet presAssocID="{4C5002DC-20E6-4D0C-BE5C-FC2610AC19D2}" presName="spaceRect" presStyleCnt="0"/>
      <dgm:spPr/>
    </dgm:pt>
    <dgm:pt modelId="{F3D4D591-2F79-48C7-9FE3-B86418DBEF6E}" type="pres">
      <dgm:prSet presAssocID="{4C5002DC-20E6-4D0C-BE5C-FC2610AC19D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53B3D01-789D-4DAC-BE02-B07A1CCCE68F}" srcId="{3DD6256F-B633-4432-B17B-6589921B08E7}" destId="{6FAA57BD-09C1-4D9D-9D78-3C8781B6BDE8}" srcOrd="0" destOrd="0" parTransId="{09EBF5BA-C7BF-4A53-B61B-FE57A76937AD}" sibTransId="{2C27F719-6AA8-495A-B567-4EFD024E7916}"/>
    <dgm:cxn modelId="{B8A64D14-5D9F-4BAB-BB7A-302852FBD9B1}" type="presOf" srcId="{4C5002DC-20E6-4D0C-BE5C-FC2610AC19D2}" destId="{F3D4D591-2F79-48C7-9FE3-B86418DBEF6E}" srcOrd="0" destOrd="0" presId="urn:microsoft.com/office/officeart/2018/2/layout/IconVerticalSolidList"/>
    <dgm:cxn modelId="{0BFA815C-6D03-4A04-BEBE-935C256E00CF}" type="presOf" srcId="{6FAA57BD-09C1-4D9D-9D78-3C8781B6BDE8}" destId="{9D753DC2-E246-4CFB-A04B-E3BE997684E6}" srcOrd="0" destOrd="0" presId="urn:microsoft.com/office/officeart/2018/2/layout/IconVerticalSolidList"/>
    <dgm:cxn modelId="{B805C668-FEC6-41D4-82C2-679DE981BF2D}" srcId="{3DD6256F-B633-4432-B17B-6589921B08E7}" destId="{4C5002DC-20E6-4D0C-BE5C-FC2610AC19D2}" srcOrd="3" destOrd="0" parTransId="{16E3F89D-FCB0-4C42-9154-55ECDF29FED9}" sibTransId="{2CBE8D7F-3F60-4E26-BA2E-477BB62A4937}"/>
    <dgm:cxn modelId="{6C8A5B9B-6071-45BC-BF4C-34312202C286}" srcId="{3DD6256F-B633-4432-B17B-6589921B08E7}" destId="{DB153991-BCD1-47C6-9DC3-3F44651EFDB9}" srcOrd="2" destOrd="0" parTransId="{85599ECF-7956-43A9-8E6C-84DD4CDB7BD8}" sibTransId="{A43DDAB4-CA04-4005-B8EA-F62357335D7C}"/>
    <dgm:cxn modelId="{151904BF-9E7B-436C-B08C-85F86D408F9E}" srcId="{3DD6256F-B633-4432-B17B-6589921B08E7}" destId="{7378BBB2-38BA-418D-BDA1-79E1AA6BBA6A}" srcOrd="1" destOrd="0" parTransId="{77CD98A3-B769-422C-A9A5-1297DD3AA474}" sibTransId="{04D4D7B7-C539-4906-9650-0179E281D400}"/>
    <dgm:cxn modelId="{A608D0C3-2958-4DEA-9498-32C01F829901}" type="presOf" srcId="{3DD6256F-B633-4432-B17B-6589921B08E7}" destId="{6E839392-798F-407E-A8BB-BB7B64FC6882}" srcOrd="0" destOrd="0" presId="urn:microsoft.com/office/officeart/2018/2/layout/IconVerticalSolidList"/>
    <dgm:cxn modelId="{E189F5E0-8698-48B8-A8A1-169C3711D522}" type="presOf" srcId="{7378BBB2-38BA-418D-BDA1-79E1AA6BBA6A}" destId="{FA15736A-F64E-44FA-B9E8-28BBD1926115}" srcOrd="0" destOrd="0" presId="urn:microsoft.com/office/officeart/2018/2/layout/IconVerticalSolidList"/>
    <dgm:cxn modelId="{B46939F3-D1FE-4267-A6EF-DC8BC8CB96C4}" type="presOf" srcId="{DB153991-BCD1-47C6-9DC3-3F44651EFDB9}" destId="{45B28801-076D-4980-9BA2-744BF73AC849}" srcOrd="0" destOrd="0" presId="urn:microsoft.com/office/officeart/2018/2/layout/IconVerticalSolidList"/>
    <dgm:cxn modelId="{E4C61C7E-1017-4F14-B20A-F90E9A0A6E68}" type="presParOf" srcId="{6E839392-798F-407E-A8BB-BB7B64FC6882}" destId="{2B97ACC3-2203-4B5C-9AD5-4F3AF9E96617}" srcOrd="0" destOrd="0" presId="urn:microsoft.com/office/officeart/2018/2/layout/IconVerticalSolidList"/>
    <dgm:cxn modelId="{D945315B-9D00-4988-81FB-CE059999DFC5}" type="presParOf" srcId="{2B97ACC3-2203-4B5C-9AD5-4F3AF9E96617}" destId="{39B51D85-D1E6-40E2-93FD-FA61F8455CE0}" srcOrd="0" destOrd="0" presId="urn:microsoft.com/office/officeart/2018/2/layout/IconVerticalSolidList"/>
    <dgm:cxn modelId="{2F400FA7-5A80-4F37-AF78-1C3C98B8FDEB}" type="presParOf" srcId="{2B97ACC3-2203-4B5C-9AD5-4F3AF9E96617}" destId="{3195282E-A4F8-401A-9EF4-341232E56106}" srcOrd="1" destOrd="0" presId="urn:microsoft.com/office/officeart/2018/2/layout/IconVerticalSolidList"/>
    <dgm:cxn modelId="{785A504B-71E3-458A-A161-136AC2EE7BF1}" type="presParOf" srcId="{2B97ACC3-2203-4B5C-9AD5-4F3AF9E96617}" destId="{8F8E5A03-8D5A-4956-A443-D19CADA38912}" srcOrd="2" destOrd="0" presId="urn:microsoft.com/office/officeart/2018/2/layout/IconVerticalSolidList"/>
    <dgm:cxn modelId="{43C9E10B-9DB0-4362-9FA5-67FC0926B19D}" type="presParOf" srcId="{2B97ACC3-2203-4B5C-9AD5-4F3AF9E96617}" destId="{9D753DC2-E246-4CFB-A04B-E3BE997684E6}" srcOrd="3" destOrd="0" presId="urn:microsoft.com/office/officeart/2018/2/layout/IconVerticalSolidList"/>
    <dgm:cxn modelId="{0BBAFD2A-F64E-44ED-BDDC-01A4574E5E21}" type="presParOf" srcId="{6E839392-798F-407E-A8BB-BB7B64FC6882}" destId="{33BE09E1-E14E-4E6C-B70B-D6A7D1F6F6EE}" srcOrd="1" destOrd="0" presId="urn:microsoft.com/office/officeart/2018/2/layout/IconVerticalSolidList"/>
    <dgm:cxn modelId="{610323CD-39D5-40D7-B8AB-BD208C6F94E1}" type="presParOf" srcId="{6E839392-798F-407E-A8BB-BB7B64FC6882}" destId="{CDB3AFE8-8591-41F8-A26D-1F04B7EF6D74}" srcOrd="2" destOrd="0" presId="urn:microsoft.com/office/officeart/2018/2/layout/IconVerticalSolidList"/>
    <dgm:cxn modelId="{FD66FF4B-80A5-44AF-8580-5A7009E76C28}" type="presParOf" srcId="{CDB3AFE8-8591-41F8-A26D-1F04B7EF6D74}" destId="{DB545BB5-E7AD-42B9-87CF-845775649E7E}" srcOrd="0" destOrd="0" presId="urn:microsoft.com/office/officeart/2018/2/layout/IconVerticalSolidList"/>
    <dgm:cxn modelId="{0B30ABEC-9D4D-4A3F-B7C0-D869F23093B2}" type="presParOf" srcId="{CDB3AFE8-8591-41F8-A26D-1F04B7EF6D74}" destId="{A0143C55-B8F9-467F-B107-599BF7698AD1}" srcOrd="1" destOrd="0" presId="urn:microsoft.com/office/officeart/2018/2/layout/IconVerticalSolidList"/>
    <dgm:cxn modelId="{46AF3469-35EF-46CF-BEBE-B7B518562F3D}" type="presParOf" srcId="{CDB3AFE8-8591-41F8-A26D-1F04B7EF6D74}" destId="{C762B527-2516-43DC-9668-DB138012858D}" srcOrd="2" destOrd="0" presId="urn:microsoft.com/office/officeart/2018/2/layout/IconVerticalSolidList"/>
    <dgm:cxn modelId="{6A68603B-25D7-49C9-9F75-20790CA47278}" type="presParOf" srcId="{CDB3AFE8-8591-41F8-A26D-1F04B7EF6D74}" destId="{FA15736A-F64E-44FA-B9E8-28BBD1926115}" srcOrd="3" destOrd="0" presId="urn:microsoft.com/office/officeart/2018/2/layout/IconVerticalSolidList"/>
    <dgm:cxn modelId="{768CAB8D-E0F9-49B2-B13D-D51405A10782}" type="presParOf" srcId="{6E839392-798F-407E-A8BB-BB7B64FC6882}" destId="{683F1E66-F684-432E-9CDA-D90218609DDB}" srcOrd="3" destOrd="0" presId="urn:microsoft.com/office/officeart/2018/2/layout/IconVerticalSolidList"/>
    <dgm:cxn modelId="{1EBB053C-57A8-446F-B139-4046D63FFC96}" type="presParOf" srcId="{6E839392-798F-407E-A8BB-BB7B64FC6882}" destId="{9BA7B8D6-C9D7-462B-8131-90D1D9BAD3FF}" srcOrd="4" destOrd="0" presId="urn:microsoft.com/office/officeart/2018/2/layout/IconVerticalSolidList"/>
    <dgm:cxn modelId="{16E3F001-EFD3-440D-896E-409722431293}" type="presParOf" srcId="{9BA7B8D6-C9D7-462B-8131-90D1D9BAD3FF}" destId="{AF2846C9-F62D-4067-AA5A-123995BF02DD}" srcOrd="0" destOrd="0" presId="urn:microsoft.com/office/officeart/2018/2/layout/IconVerticalSolidList"/>
    <dgm:cxn modelId="{70A22973-AA88-4683-9DDC-8D16D303A01B}" type="presParOf" srcId="{9BA7B8D6-C9D7-462B-8131-90D1D9BAD3FF}" destId="{2D61F53E-C900-4535-AC79-CE0500D29430}" srcOrd="1" destOrd="0" presId="urn:microsoft.com/office/officeart/2018/2/layout/IconVerticalSolidList"/>
    <dgm:cxn modelId="{BCC611FE-10CE-4EF1-8F88-266545F935C2}" type="presParOf" srcId="{9BA7B8D6-C9D7-462B-8131-90D1D9BAD3FF}" destId="{9E748D37-1C14-4B87-8C58-42A889F95DEF}" srcOrd="2" destOrd="0" presId="urn:microsoft.com/office/officeart/2018/2/layout/IconVerticalSolidList"/>
    <dgm:cxn modelId="{B8F8985C-317C-4435-BA35-2CA5B54AF994}" type="presParOf" srcId="{9BA7B8D6-C9D7-462B-8131-90D1D9BAD3FF}" destId="{45B28801-076D-4980-9BA2-744BF73AC849}" srcOrd="3" destOrd="0" presId="urn:microsoft.com/office/officeart/2018/2/layout/IconVerticalSolidList"/>
    <dgm:cxn modelId="{6903FF1B-11F8-4840-BD2D-892C4349A54D}" type="presParOf" srcId="{6E839392-798F-407E-A8BB-BB7B64FC6882}" destId="{F7282C84-366C-4ED4-8F07-ECAF6F1BE9E3}" srcOrd="5" destOrd="0" presId="urn:microsoft.com/office/officeart/2018/2/layout/IconVerticalSolidList"/>
    <dgm:cxn modelId="{A94E91F4-DDD5-4B8F-976D-FB6E93BEFF52}" type="presParOf" srcId="{6E839392-798F-407E-A8BB-BB7B64FC6882}" destId="{19F81C1D-B673-4ABB-ADD6-693CFF44D9F4}" srcOrd="6" destOrd="0" presId="urn:microsoft.com/office/officeart/2018/2/layout/IconVerticalSolidList"/>
    <dgm:cxn modelId="{C4182F83-888A-45D1-8074-0ECE66CC53A1}" type="presParOf" srcId="{19F81C1D-B673-4ABB-ADD6-693CFF44D9F4}" destId="{E316E6D5-FD47-4C28-8AF6-BDE8A71F75FB}" srcOrd="0" destOrd="0" presId="urn:microsoft.com/office/officeart/2018/2/layout/IconVerticalSolidList"/>
    <dgm:cxn modelId="{A762DFE0-3CB7-48B2-89F4-49454727C521}" type="presParOf" srcId="{19F81C1D-B673-4ABB-ADD6-693CFF44D9F4}" destId="{9B680306-BEEF-4362-B66E-57FFDF29F2F2}" srcOrd="1" destOrd="0" presId="urn:microsoft.com/office/officeart/2018/2/layout/IconVerticalSolidList"/>
    <dgm:cxn modelId="{3D506324-96D9-4E88-937E-76E429312DA0}" type="presParOf" srcId="{19F81C1D-B673-4ABB-ADD6-693CFF44D9F4}" destId="{DB3F4189-FF49-4B1D-9935-737FD51342DB}" srcOrd="2" destOrd="0" presId="urn:microsoft.com/office/officeart/2018/2/layout/IconVerticalSolidList"/>
    <dgm:cxn modelId="{B5B139C3-9EEB-442E-8F34-F69FACBB8FB2}" type="presParOf" srcId="{19F81C1D-B673-4ABB-ADD6-693CFF44D9F4}" destId="{F3D4D591-2F79-48C7-9FE3-B86418DBEF6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024FA54-FF81-42F4-9FC4-1F12BC55643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9053A3D-3B7C-483A-9F8C-BD90054CF524}">
      <dgm:prSet/>
      <dgm:spPr/>
      <dgm:t>
        <a:bodyPr/>
        <a:lstStyle/>
        <a:p>
          <a:r>
            <a:rPr lang="en-US" dirty="0"/>
            <a:t>Tableau Interactive Dashboard Visual Aids</a:t>
          </a:r>
        </a:p>
      </dgm:t>
    </dgm:pt>
    <dgm:pt modelId="{04ACD05C-AD92-4170-8671-8BC3EC535718}" type="parTrans" cxnId="{2FDF0F5A-C5FE-4AEE-9A2E-4D27D15E375D}">
      <dgm:prSet/>
      <dgm:spPr/>
      <dgm:t>
        <a:bodyPr/>
        <a:lstStyle/>
        <a:p>
          <a:endParaRPr lang="en-US"/>
        </a:p>
      </dgm:t>
    </dgm:pt>
    <dgm:pt modelId="{837A2EED-FC89-4093-9481-A81319476651}" type="sibTrans" cxnId="{2FDF0F5A-C5FE-4AEE-9A2E-4D27D15E375D}">
      <dgm:prSet/>
      <dgm:spPr/>
      <dgm:t>
        <a:bodyPr/>
        <a:lstStyle/>
        <a:p>
          <a:endParaRPr lang="en-US"/>
        </a:p>
      </dgm:t>
    </dgm:pt>
    <dgm:pt modelId="{F9F21110-9C66-48AB-A45C-FAB65D4A5DB5}">
      <dgm:prSet/>
      <dgm:spPr/>
      <dgm:t>
        <a:bodyPr/>
        <a:lstStyle/>
        <a:p>
          <a:r>
            <a:rPr lang="en-US"/>
            <a:t>Sklearn Regression Analysis</a:t>
          </a:r>
        </a:p>
      </dgm:t>
    </dgm:pt>
    <dgm:pt modelId="{8CB0BD5C-F5C4-4A26-A4B7-965092116C56}" type="parTrans" cxnId="{FBEC892C-C292-4946-9332-580B297DCFAE}">
      <dgm:prSet/>
      <dgm:spPr/>
      <dgm:t>
        <a:bodyPr/>
        <a:lstStyle/>
        <a:p>
          <a:endParaRPr lang="en-US"/>
        </a:p>
      </dgm:t>
    </dgm:pt>
    <dgm:pt modelId="{3B646EF5-D50A-4615-902E-3BCDFA696CDD}" type="sibTrans" cxnId="{FBEC892C-C292-4946-9332-580B297DCFAE}">
      <dgm:prSet/>
      <dgm:spPr/>
      <dgm:t>
        <a:bodyPr/>
        <a:lstStyle/>
        <a:p>
          <a:endParaRPr lang="en-US"/>
        </a:p>
      </dgm:t>
    </dgm:pt>
    <dgm:pt modelId="{D9C5EDE8-6F97-4FF4-8FB0-6F104604A2B1}">
      <dgm:prSet/>
      <dgm:spPr/>
      <dgm:t>
        <a:bodyPr/>
        <a:lstStyle/>
        <a:p>
          <a:r>
            <a:rPr lang="en-US" dirty="0" err="1"/>
            <a:t>Tensorflow</a:t>
          </a:r>
          <a:r>
            <a:rPr lang="en-US" dirty="0"/>
            <a:t> Deep Learning Revenue Forecasting Model</a:t>
          </a:r>
        </a:p>
      </dgm:t>
    </dgm:pt>
    <dgm:pt modelId="{59A45DC8-B55A-484A-861E-894DE8F757D4}" type="parTrans" cxnId="{EE26C37F-9012-4A8E-9242-333A8A51C2FC}">
      <dgm:prSet/>
      <dgm:spPr/>
      <dgm:t>
        <a:bodyPr/>
        <a:lstStyle/>
        <a:p>
          <a:endParaRPr lang="en-US"/>
        </a:p>
      </dgm:t>
    </dgm:pt>
    <dgm:pt modelId="{2067DD69-F4B3-4A7B-B7D5-7DF20AA26659}" type="sibTrans" cxnId="{EE26C37F-9012-4A8E-9242-333A8A51C2FC}">
      <dgm:prSet/>
      <dgm:spPr/>
      <dgm:t>
        <a:bodyPr/>
        <a:lstStyle/>
        <a:p>
          <a:endParaRPr lang="en-US"/>
        </a:p>
      </dgm:t>
    </dgm:pt>
    <dgm:pt modelId="{47774C82-3AFE-407B-975C-24E2ACC49736}">
      <dgm:prSet/>
      <dgm:spPr/>
      <dgm:t>
        <a:bodyPr/>
        <a:lstStyle/>
        <a:p>
          <a:r>
            <a:rPr lang="en-HK" dirty="0"/>
            <a:t>Product Segmentation Machine Learning Model</a:t>
          </a:r>
        </a:p>
      </dgm:t>
    </dgm:pt>
    <dgm:pt modelId="{B753E071-7BC1-4676-9F26-461DACEC4719}" type="parTrans" cxnId="{80AF7B97-6E32-420D-B374-59B046151F0E}">
      <dgm:prSet/>
      <dgm:spPr/>
      <dgm:t>
        <a:bodyPr/>
        <a:lstStyle/>
        <a:p>
          <a:endParaRPr lang="en-HK"/>
        </a:p>
      </dgm:t>
    </dgm:pt>
    <dgm:pt modelId="{2ACBC910-C894-4472-A3F7-72946996202B}" type="sibTrans" cxnId="{80AF7B97-6E32-420D-B374-59B046151F0E}">
      <dgm:prSet/>
      <dgm:spPr/>
      <dgm:t>
        <a:bodyPr/>
        <a:lstStyle/>
        <a:p>
          <a:endParaRPr lang="en-HK"/>
        </a:p>
      </dgm:t>
    </dgm:pt>
    <dgm:pt modelId="{B5727496-AF2C-4071-809F-0B0374E8A441}" type="pres">
      <dgm:prSet presAssocID="{3024FA54-FF81-42F4-9FC4-1F12BC55643C}" presName="linear" presStyleCnt="0">
        <dgm:presLayoutVars>
          <dgm:animLvl val="lvl"/>
          <dgm:resizeHandles val="exact"/>
        </dgm:presLayoutVars>
      </dgm:prSet>
      <dgm:spPr/>
    </dgm:pt>
    <dgm:pt modelId="{02D147AB-6FE8-4D38-94C5-653F3CE5FEF4}" type="pres">
      <dgm:prSet presAssocID="{D9053A3D-3B7C-483A-9F8C-BD90054CF52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B35172C-F4A4-4C78-86E8-94EA38571491}" type="pres">
      <dgm:prSet presAssocID="{837A2EED-FC89-4093-9481-A81319476651}" presName="spacer" presStyleCnt="0"/>
      <dgm:spPr/>
    </dgm:pt>
    <dgm:pt modelId="{DE0523F1-E6FE-486E-9CAC-C18A154EABB5}" type="pres">
      <dgm:prSet presAssocID="{F9F21110-9C66-48AB-A45C-FAB65D4A5DB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78FCBE5-4910-4962-8070-5BFF748254F8}" type="pres">
      <dgm:prSet presAssocID="{3B646EF5-D50A-4615-902E-3BCDFA696CDD}" presName="spacer" presStyleCnt="0"/>
      <dgm:spPr/>
    </dgm:pt>
    <dgm:pt modelId="{4C730077-4F86-417F-AA2D-CA8B2B4B31C9}" type="pres">
      <dgm:prSet presAssocID="{47774C82-3AFE-407B-975C-24E2ACC4973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E3C445B-020D-4815-A3AB-CF4E5A164401}" type="pres">
      <dgm:prSet presAssocID="{2ACBC910-C894-4472-A3F7-72946996202B}" presName="spacer" presStyleCnt="0"/>
      <dgm:spPr/>
    </dgm:pt>
    <dgm:pt modelId="{BCB7F865-88B3-4403-B590-0E1D023DA059}" type="pres">
      <dgm:prSet presAssocID="{D9C5EDE8-6F97-4FF4-8FB0-6F104604A2B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44B0109-5DA6-4392-9250-9CAEA383D19C}" type="presOf" srcId="{D9C5EDE8-6F97-4FF4-8FB0-6F104604A2B1}" destId="{BCB7F865-88B3-4403-B590-0E1D023DA059}" srcOrd="0" destOrd="0" presId="urn:microsoft.com/office/officeart/2005/8/layout/vList2"/>
    <dgm:cxn modelId="{3E44371B-D6D8-41B2-8DB7-B886C66D2F29}" type="presOf" srcId="{D9053A3D-3B7C-483A-9F8C-BD90054CF524}" destId="{02D147AB-6FE8-4D38-94C5-653F3CE5FEF4}" srcOrd="0" destOrd="0" presId="urn:microsoft.com/office/officeart/2005/8/layout/vList2"/>
    <dgm:cxn modelId="{FBEC892C-C292-4946-9332-580B297DCFAE}" srcId="{3024FA54-FF81-42F4-9FC4-1F12BC55643C}" destId="{F9F21110-9C66-48AB-A45C-FAB65D4A5DB5}" srcOrd="1" destOrd="0" parTransId="{8CB0BD5C-F5C4-4A26-A4B7-965092116C56}" sibTransId="{3B646EF5-D50A-4615-902E-3BCDFA696CDD}"/>
    <dgm:cxn modelId="{CCCC0C43-2DA3-4415-8909-0ADA83EFA9EB}" type="presOf" srcId="{F9F21110-9C66-48AB-A45C-FAB65D4A5DB5}" destId="{DE0523F1-E6FE-486E-9CAC-C18A154EABB5}" srcOrd="0" destOrd="0" presId="urn:microsoft.com/office/officeart/2005/8/layout/vList2"/>
    <dgm:cxn modelId="{522D0E67-04D0-4AEF-B6FC-36F1A40DB485}" type="presOf" srcId="{47774C82-3AFE-407B-975C-24E2ACC49736}" destId="{4C730077-4F86-417F-AA2D-CA8B2B4B31C9}" srcOrd="0" destOrd="0" presId="urn:microsoft.com/office/officeart/2005/8/layout/vList2"/>
    <dgm:cxn modelId="{C76DA578-F811-495C-A733-25DD157185E1}" type="presOf" srcId="{3024FA54-FF81-42F4-9FC4-1F12BC55643C}" destId="{B5727496-AF2C-4071-809F-0B0374E8A441}" srcOrd="0" destOrd="0" presId="urn:microsoft.com/office/officeart/2005/8/layout/vList2"/>
    <dgm:cxn modelId="{2FDF0F5A-C5FE-4AEE-9A2E-4D27D15E375D}" srcId="{3024FA54-FF81-42F4-9FC4-1F12BC55643C}" destId="{D9053A3D-3B7C-483A-9F8C-BD90054CF524}" srcOrd="0" destOrd="0" parTransId="{04ACD05C-AD92-4170-8671-8BC3EC535718}" sibTransId="{837A2EED-FC89-4093-9481-A81319476651}"/>
    <dgm:cxn modelId="{EE26C37F-9012-4A8E-9242-333A8A51C2FC}" srcId="{3024FA54-FF81-42F4-9FC4-1F12BC55643C}" destId="{D9C5EDE8-6F97-4FF4-8FB0-6F104604A2B1}" srcOrd="3" destOrd="0" parTransId="{59A45DC8-B55A-484A-861E-894DE8F757D4}" sibTransId="{2067DD69-F4B3-4A7B-B7D5-7DF20AA26659}"/>
    <dgm:cxn modelId="{80AF7B97-6E32-420D-B374-59B046151F0E}" srcId="{3024FA54-FF81-42F4-9FC4-1F12BC55643C}" destId="{47774C82-3AFE-407B-975C-24E2ACC49736}" srcOrd="2" destOrd="0" parTransId="{B753E071-7BC1-4676-9F26-461DACEC4719}" sibTransId="{2ACBC910-C894-4472-A3F7-72946996202B}"/>
    <dgm:cxn modelId="{C3A16001-10E5-4EDD-9117-B8BAEDE73608}" type="presParOf" srcId="{B5727496-AF2C-4071-809F-0B0374E8A441}" destId="{02D147AB-6FE8-4D38-94C5-653F3CE5FEF4}" srcOrd="0" destOrd="0" presId="urn:microsoft.com/office/officeart/2005/8/layout/vList2"/>
    <dgm:cxn modelId="{FF9712D2-31B3-4B4E-A9E0-23DE169FE1B6}" type="presParOf" srcId="{B5727496-AF2C-4071-809F-0B0374E8A441}" destId="{CB35172C-F4A4-4C78-86E8-94EA38571491}" srcOrd="1" destOrd="0" presId="urn:microsoft.com/office/officeart/2005/8/layout/vList2"/>
    <dgm:cxn modelId="{DF5BF6CF-F64E-47D4-88AF-1DE1A10245D8}" type="presParOf" srcId="{B5727496-AF2C-4071-809F-0B0374E8A441}" destId="{DE0523F1-E6FE-486E-9CAC-C18A154EABB5}" srcOrd="2" destOrd="0" presId="urn:microsoft.com/office/officeart/2005/8/layout/vList2"/>
    <dgm:cxn modelId="{1B4F1600-ACAA-4B2F-86B5-6D9632769F2E}" type="presParOf" srcId="{B5727496-AF2C-4071-809F-0B0374E8A441}" destId="{478FCBE5-4910-4962-8070-5BFF748254F8}" srcOrd="3" destOrd="0" presId="urn:microsoft.com/office/officeart/2005/8/layout/vList2"/>
    <dgm:cxn modelId="{A519E771-127F-4707-8A54-33EBFAB731A7}" type="presParOf" srcId="{B5727496-AF2C-4071-809F-0B0374E8A441}" destId="{4C730077-4F86-417F-AA2D-CA8B2B4B31C9}" srcOrd="4" destOrd="0" presId="urn:microsoft.com/office/officeart/2005/8/layout/vList2"/>
    <dgm:cxn modelId="{EA4CA910-6F4C-4082-8366-1F7045598540}" type="presParOf" srcId="{B5727496-AF2C-4071-809F-0B0374E8A441}" destId="{0E3C445B-020D-4815-A3AB-CF4E5A164401}" srcOrd="5" destOrd="0" presId="urn:microsoft.com/office/officeart/2005/8/layout/vList2"/>
    <dgm:cxn modelId="{530BB69F-EC71-4450-802C-88B8576931CF}" type="presParOf" srcId="{B5727496-AF2C-4071-809F-0B0374E8A441}" destId="{BCB7F865-88B3-4403-B590-0E1D023DA05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024FA54-FF81-42F4-9FC4-1F12BC55643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9053A3D-3B7C-483A-9F8C-BD90054CF524}">
      <dgm:prSet/>
      <dgm:spPr/>
      <dgm:t>
        <a:bodyPr/>
        <a:lstStyle/>
        <a:p>
          <a:r>
            <a:rPr lang="en-US" dirty="0"/>
            <a:t>Books have the highest number of products, sales, and revenue</a:t>
          </a:r>
        </a:p>
      </dgm:t>
    </dgm:pt>
    <dgm:pt modelId="{04ACD05C-AD92-4170-8671-8BC3EC535718}" type="parTrans" cxnId="{2FDF0F5A-C5FE-4AEE-9A2E-4D27D15E375D}">
      <dgm:prSet/>
      <dgm:spPr/>
      <dgm:t>
        <a:bodyPr/>
        <a:lstStyle/>
        <a:p>
          <a:endParaRPr lang="en-US"/>
        </a:p>
      </dgm:t>
    </dgm:pt>
    <dgm:pt modelId="{837A2EED-FC89-4093-9481-A81319476651}" type="sibTrans" cxnId="{2FDF0F5A-C5FE-4AEE-9A2E-4D27D15E375D}">
      <dgm:prSet/>
      <dgm:spPr/>
      <dgm:t>
        <a:bodyPr/>
        <a:lstStyle/>
        <a:p>
          <a:endParaRPr lang="en-US"/>
        </a:p>
      </dgm:t>
    </dgm:pt>
    <dgm:pt modelId="{F9F21110-9C66-48AB-A45C-FAB65D4A5DB5}">
      <dgm:prSet/>
      <dgm:spPr/>
      <dgm:t>
        <a:bodyPr/>
        <a:lstStyle/>
        <a:p>
          <a:r>
            <a:rPr lang="en-US" dirty="0"/>
            <a:t>Sports are second in revenue</a:t>
          </a:r>
        </a:p>
      </dgm:t>
    </dgm:pt>
    <dgm:pt modelId="{8CB0BD5C-F5C4-4A26-A4B7-965092116C56}" type="parTrans" cxnId="{FBEC892C-C292-4946-9332-580B297DCFAE}">
      <dgm:prSet/>
      <dgm:spPr/>
      <dgm:t>
        <a:bodyPr/>
        <a:lstStyle/>
        <a:p>
          <a:endParaRPr lang="en-US"/>
        </a:p>
      </dgm:t>
    </dgm:pt>
    <dgm:pt modelId="{3B646EF5-D50A-4615-902E-3BCDFA696CDD}" type="sibTrans" cxnId="{FBEC892C-C292-4946-9332-580B297DCFAE}">
      <dgm:prSet/>
      <dgm:spPr/>
      <dgm:t>
        <a:bodyPr/>
        <a:lstStyle/>
        <a:p>
          <a:endParaRPr lang="en-US"/>
        </a:p>
      </dgm:t>
    </dgm:pt>
    <dgm:pt modelId="{D9C5EDE8-6F97-4FF4-8FB0-6F104604A2B1}">
      <dgm:prSet/>
      <dgm:spPr/>
      <dgm:t>
        <a:bodyPr/>
        <a:lstStyle/>
        <a:p>
          <a:r>
            <a:rPr lang="en-US" dirty="0"/>
            <a:t>Clothing and Home &amp; Kitchen are the weakest </a:t>
          </a:r>
        </a:p>
      </dgm:t>
    </dgm:pt>
    <dgm:pt modelId="{59A45DC8-B55A-484A-861E-894DE8F757D4}" type="parTrans" cxnId="{EE26C37F-9012-4A8E-9242-333A8A51C2FC}">
      <dgm:prSet/>
      <dgm:spPr/>
      <dgm:t>
        <a:bodyPr/>
        <a:lstStyle/>
        <a:p>
          <a:endParaRPr lang="en-US"/>
        </a:p>
      </dgm:t>
    </dgm:pt>
    <dgm:pt modelId="{2067DD69-F4B3-4A7B-B7D5-7DF20AA26659}" type="sibTrans" cxnId="{EE26C37F-9012-4A8E-9242-333A8A51C2FC}">
      <dgm:prSet/>
      <dgm:spPr/>
      <dgm:t>
        <a:bodyPr/>
        <a:lstStyle/>
        <a:p>
          <a:endParaRPr lang="en-US"/>
        </a:p>
      </dgm:t>
    </dgm:pt>
    <dgm:pt modelId="{B5727496-AF2C-4071-809F-0B0374E8A441}" type="pres">
      <dgm:prSet presAssocID="{3024FA54-FF81-42F4-9FC4-1F12BC55643C}" presName="linear" presStyleCnt="0">
        <dgm:presLayoutVars>
          <dgm:animLvl val="lvl"/>
          <dgm:resizeHandles val="exact"/>
        </dgm:presLayoutVars>
      </dgm:prSet>
      <dgm:spPr/>
    </dgm:pt>
    <dgm:pt modelId="{02D147AB-6FE8-4D38-94C5-653F3CE5FEF4}" type="pres">
      <dgm:prSet presAssocID="{D9053A3D-3B7C-483A-9F8C-BD90054CF52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B35172C-F4A4-4C78-86E8-94EA38571491}" type="pres">
      <dgm:prSet presAssocID="{837A2EED-FC89-4093-9481-A81319476651}" presName="spacer" presStyleCnt="0"/>
      <dgm:spPr/>
    </dgm:pt>
    <dgm:pt modelId="{DE0523F1-E6FE-486E-9CAC-C18A154EABB5}" type="pres">
      <dgm:prSet presAssocID="{F9F21110-9C66-48AB-A45C-FAB65D4A5DB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78FCBE5-4910-4962-8070-5BFF748254F8}" type="pres">
      <dgm:prSet presAssocID="{3B646EF5-D50A-4615-902E-3BCDFA696CDD}" presName="spacer" presStyleCnt="0"/>
      <dgm:spPr/>
    </dgm:pt>
    <dgm:pt modelId="{BCB7F865-88B3-4403-B590-0E1D023DA059}" type="pres">
      <dgm:prSet presAssocID="{D9C5EDE8-6F97-4FF4-8FB0-6F104604A2B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0BC0909-B0D1-4CAC-A028-77F5A95D0AF9}" type="presOf" srcId="{D9053A3D-3B7C-483A-9F8C-BD90054CF524}" destId="{02D147AB-6FE8-4D38-94C5-653F3CE5FEF4}" srcOrd="0" destOrd="0" presId="urn:microsoft.com/office/officeart/2005/8/layout/vList2"/>
    <dgm:cxn modelId="{FBEC892C-C292-4946-9332-580B297DCFAE}" srcId="{3024FA54-FF81-42F4-9FC4-1F12BC55643C}" destId="{F9F21110-9C66-48AB-A45C-FAB65D4A5DB5}" srcOrd="1" destOrd="0" parTransId="{8CB0BD5C-F5C4-4A26-A4B7-965092116C56}" sibTransId="{3B646EF5-D50A-4615-902E-3BCDFA696CDD}"/>
    <dgm:cxn modelId="{3D5DE270-0913-4EC7-B0D2-7BC4DD02185F}" type="presOf" srcId="{D9C5EDE8-6F97-4FF4-8FB0-6F104604A2B1}" destId="{BCB7F865-88B3-4403-B590-0E1D023DA059}" srcOrd="0" destOrd="0" presId="urn:microsoft.com/office/officeart/2005/8/layout/vList2"/>
    <dgm:cxn modelId="{C76DA578-F811-495C-A733-25DD157185E1}" type="presOf" srcId="{3024FA54-FF81-42F4-9FC4-1F12BC55643C}" destId="{B5727496-AF2C-4071-809F-0B0374E8A441}" srcOrd="0" destOrd="0" presId="urn:microsoft.com/office/officeart/2005/8/layout/vList2"/>
    <dgm:cxn modelId="{2FDF0F5A-C5FE-4AEE-9A2E-4D27D15E375D}" srcId="{3024FA54-FF81-42F4-9FC4-1F12BC55643C}" destId="{D9053A3D-3B7C-483A-9F8C-BD90054CF524}" srcOrd="0" destOrd="0" parTransId="{04ACD05C-AD92-4170-8671-8BC3EC535718}" sibTransId="{837A2EED-FC89-4093-9481-A81319476651}"/>
    <dgm:cxn modelId="{EE26C37F-9012-4A8E-9242-333A8A51C2FC}" srcId="{3024FA54-FF81-42F4-9FC4-1F12BC55643C}" destId="{D9C5EDE8-6F97-4FF4-8FB0-6F104604A2B1}" srcOrd="2" destOrd="0" parTransId="{59A45DC8-B55A-484A-861E-894DE8F757D4}" sibTransId="{2067DD69-F4B3-4A7B-B7D5-7DF20AA26659}"/>
    <dgm:cxn modelId="{310249FE-CA50-43A7-971A-EC61E3AE7D1A}" type="presOf" srcId="{F9F21110-9C66-48AB-A45C-FAB65D4A5DB5}" destId="{DE0523F1-E6FE-486E-9CAC-C18A154EABB5}" srcOrd="0" destOrd="0" presId="urn:microsoft.com/office/officeart/2005/8/layout/vList2"/>
    <dgm:cxn modelId="{275E2F5C-993F-494B-B5F3-871E26500DC0}" type="presParOf" srcId="{B5727496-AF2C-4071-809F-0B0374E8A441}" destId="{02D147AB-6FE8-4D38-94C5-653F3CE5FEF4}" srcOrd="0" destOrd="0" presId="urn:microsoft.com/office/officeart/2005/8/layout/vList2"/>
    <dgm:cxn modelId="{C65338D3-58EB-4559-806F-E19BB620167C}" type="presParOf" srcId="{B5727496-AF2C-4071-809F-0B0374E8A441}" destId="{CB35172C-F4A4-4C78-86E8-94EA38571491}" srcOrd="1" destOrd="0" presId="urn:microsoft.com/office/officeart/2005/8/layout/vList2"/>
    <dgm:cxn modelId="{3C5B08C2-AB3F-4C60-943F-D77A4392283E}" type="presParOf" srcId="{B5727496-AF2C-4071-809F-0B0374E8A441}" destId="{DE0523F1-E6FE-486E-9CAC-C18A154EABB5}" srcOrd="2" destOrd="0" presId="urn:microsoft.com/office/officeart/2005/8/layout/vList2"/>
    <dgm:cxn modelId="{FFD3C554-3CC7-418C-9E42-ACC752EB651C}" type="presParOf" srcId="{B5727496-AF2C-4071-809F-0B0374E8A441}" destId="{478FCBE5-4910-4962-8070-5BFF748254F8}" srcOrd="3" destOrd="0" presId="urn:microsoft.com/office/officeart/2005/8/layout/vList2"/>
    <dgm:cxn modelId="{B7FF1A39-2AE0-4C41-AFBE-D6925AEE7CB9}" type="presParOf" srcId="{B5727496-AF2C-4071-809F-0B0374E8A441}" destId="{BCB7F865-88B3-4403-B590-0E1D023DA05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302112D-B4D5-4B22-AAC3-6AF21656C22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9F65F8E-2C4F-48D8-9BA2-640120CB74C8}">
      <dgm:prSet/>
      <dgm:spPr/>
      <dgm:t>
        <a:bodyPr/>
        <a:lstStyle/>
        <a:p>
          <a:pPr>
            <a:lnSpc>
              <a:spcPct val="100000"/>
            </a:lnSpc>
          </a:pPr>
          <a:r>
            <a:rPr lang="en-HK"/>
            <a:t>Clothing: Higher Review Score then Lower Sales</a:t>
          </a:r>
          <a:endParaRPr lang="en-US"/>
        </a:p>
      </dgm:t>
    </dgm:pt>
    <dgm:pt modelId="{17EF4DD0-1AC5-40D4-84F3-C167CB8F1811}" type="parTrans" cxnId="{E45972C6-D44F-4587-B956-62FC89DBE9C0}">
      <dgm:prSet/>
      <dgm:spPr/>
      <dgm:t>
        <a:bodyPr/>
        <a:lstStyle/>
        <a:p>
          <a:endParaRPr lang="en-US"/>
        </a:p>
      </dgm:t>
    </dgm:pt>
    <dgm:pt modelId="{A65D010F-90D6-4469-954C-904166B6C1C0}" type="sibTrans" cxnId="{E45972C6-D44F-4587-B956-62FC89DBE9C0}">
      <dgm:prSet/>
      <dgm:spPr/>
      <dgm:t>
        <a:bodyPr/>
        <a:lstStyle/>
        <a:p>
          <a:endParaRPr lang="en-US"/>
        </a:p>
      </dgm:t>
    </dgm:pt>
    <dgm:pt modelId="{16EA851F-75A3-402A-8335-86CCEB194A54}">
      <dgm:prSet/>
      <dgm:spPr/>
      <dgm:t>
        <a:bodyPr/>
        <a:lstStyle/>
        <a:p>
          <a:pPr>
            <a:lnSpc>
              <a:spcPct val="100000"/>
            </a:lnSpc>
          </a:pPr>
          <a:r>
            <a:rPr lang="en-HK"/>
            <a:t>Clothing: Only Category that Higher Price then Lower Sales</a:t>
          </a:r>
          <a:endParaRPr lang="en-US"/>
        </a:p>
      </dgm:t>
    </dgm:pt>
    <dgm:pt modelId="{609798F3-1365-4D7F-B5B7-7A7457E2764C}" type="parTrans" cxnId="{B81E9C1E-F180-4048-9A6A-9D95B24A4DFB}">
      <dgm:prSet/>
      <dgm:spPr/>
      <dgm:t>
        <a:bodyPr/>
        <a:lstStyle/>
        <a:p>
          <a:endParaRPr lang="en-US"/>
        </a:p>
      </dgm:t>
    </dgm:pt>
    <dgm:pt modelId="{A3F51691-F9C5-448A-8ECD-FE002F100B42}" type="sibTrans" cxnId="{B81E9C1E-F180-4048-9A6A-9D95B24A4DFB}">
      <dgm:prSet/>
      <dgm:spPr/>
      <dgm:t>
        <a:bodyPr/>
        <a:lstStyle/>
        <a:p>
          <a:endParaRPr lang="en-US"/>
        </a:p>
      </dgm:t>
    </dgm:pt>
    <dgm:pt modelId="{937BFCE0-4228-4C55-A743-5BCB4B541DD4}">
      <dgm:prSet/>
      <dgm:spPr/>
      <dgm:t>
        <a:bodyPr/>
        <a:lstStyle/>
        <a:p>
          <a:pPr>
            <a:lnSpc>
              <a:spcPct val="100000"/>
            </a:lnSpc>
          </a:pPr>
          <a:r>
            <a:rPr lang="en-HK" dirty="0"/>
            <a:t>Price has greater contribution to Revenue than Sales Volume</a:t>
          </a:r>
          <a:endParaRPr lang="en-US" dirty="0"/>
        </a:p>
      </dgm:t>
    </dgm:pt>
    <dgm:pt modelId="{B76AE765-8149-4F9A-9CBB-644953067D94}" type="parTrans" cxnId="{F9105AA6-0A71-4715-8A63-26EA473FF946}">
      <dgm:prSet/>
      <dgm:spPr/>
      <dgm:t>
        <a:bodyPr/>
        <a:lstStyle/>
        <a:p>
          <a:endParaRPr lang="en-US"/>
        </a:p>
      </dgm:t>
    </dgm:pt>
    <dgm:pt modelId="{663C2D1A-2F9B-4283-8C96-657CA57B5312}" type="sibTrans" cxnId="{F9105AA6-0A71-4715-8A63-26EA473FF946}">
      <dgm:prSet/>
      <dgm:spPr/>
      <dgm:t>
        <a:bodyPr/>
        <a:lstStyle/>
        <a:p>
          <a:endParaRPr lang="en-US"/>
        </a:p>
      </dgm:t>
    </dgm:pt>
    <dgm:pt modelId="{2DA1A00D-2761-4CE1-9E2B-D5217B3AC0DA}" type="pres">
      <dgm:prSet presAssocID="{2302112D-B4D5-4B22-AAC3-6AF21656C222}" presName="root" presStyleCnt="0">
        <dgm:presLayoutVars>
          <dgm:dir/>
          <dgm:resizeHandles val="exact"/>
        </dgm:presLayoutVars>
      </dgm:prSet>
      <dgm:spPr/>
    </dgm:pt>
    <dgm:pt modelId="{99D25D8C-03B4-48FA-ACCE-ADA13D19C499}" type="pres">
      <dgm:prSet presAssocID="{E9F65F8E-2C4F-48D8-9BA2-640120CB74C8}" presName="compNode" presStyleCnt="0"/>
      <dgm:spPr/>
    </dgm:pt>
    <dgm:pt modelId="{D8E2654F-19E2-4124-8B35-7C60CAA484E9}" type="pres">
      <dgm:prSet presAssocID="{E9F65F8E-2C4F-48D8-9BA2-640120CB74C8}" presName="bgRect" presStyleLbl="bgShp" presStyleIdx="0" presStyleCnt="3"/>
      <dgm:spPr/>
    </dgm:pt>
    <dgm:pt modelId="{F989C1AA-AA9A-4245-B618-89EA6A133185}" type="pres">
      <dgm:prSet presAssocID="{E9F65F8E-2C4F-48D8-9BA2-640120CB74C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irt"/>
        </a:ext>
      </dgm:extLst>
    </dgm:pt>
    <dgm:pt modelId="{6BE3B49F-642A-4747-B2ED-420AC524CF3A}" type="pres">
      <dgm:prSet presAssocID="{E9F65F8E-2C4F-48D8-9BA2-640120CB74C8}" presName="spaceRect" presStyleCnt="0"/>
      <dgm:spPr/>
    </dgm:pt>
    <dgm:pt modelId="{A39841C9-908D-42BE-B509-F738ED7F1ECF}" type="pres">
      <dgm:prSet presAssocID="{E9F65F8E-2C4F-48D8-9BA2-640120CB74C8}" presName="parTx" presStyleLbl="revTx" presStyleIdx="0" presStyleCnt="3">
        <dgm:presLayoutVars>
          <dgm:chMax val="0"/>
          <dgm:chPref val="0"/>
        </dgm:presLayoutVars>
      </dgm:prSet>
      <dgm:spPr/>
    </dgm:pt>
    <dgm:pt modelId="{7B65FCA5-7E10-4D8D-9D1C-877101701D9C}" type="pres">
      <dgm:prSet presAssocID="{A65D010F-90D6-4469-954C-904166B6C1C0}" presName="sibTrans" presStyleCnt="0"/>
      <dgm:spPr/>
    </dgm:pt>
    <dgm:pt modelId="{ED735D0C-FA9E-4267-8BA6-235DCFCA6A55}" type="pres">
      <dgm:prSet presAssocID="{16EA851F-75A3-402A-8335-86CCEB194A54}" presName="compNode" presStyleCnt="0"/>
      <dgm:spPr/>
    </dgm:pt>
    <dgm:pt modelId="{151D0AE1-1A1A-424B-9F60-89C7FA9EE386}" type="pres">
      <dgm:prSet presAssocID="{16EA851F-75A3-402A-8335-86CCEB194A54}" presName="bgRect" presStyleLbl="bgShp" presStyleIdx="1" presStyleCnt="3"/>
      <dgm:spPr/>
    </dgm:pt>
    <dgm:pt modelId="{9B682C57-A9E1-4250-B4A2-000463E6596B}" type="pres">
      <dgm:prSet presAssocID="{16EA851F-75A3-402A-8335-86CCEB194A5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ng sleeve shirt"/>
        </a:ext>
      </dgm:extLst>
    </dgm:pt>
    <dgm:pt modelId="{43E31A18-8A5F-4601-AE74-19DC8AB38AA2}" type="pres">
      <dgm:prSet presAssocID="{16EA851F-75A3-402A-8335-86CCEB194A54}" presName="spaceRect" presStyleCnt="0"/>
      <dgm:spPr/>
    </dgm:pt>
    <dgm:pt modelId="{3986D6A6-1EC8-4781-BBDB-AB060D3E7027}" type="pres">
      <dgm:prSet presAssocID="{16EA851F-75A3-402A-8335-86CCEB194A54}" presName="parTx" presStyleLbl="revTx" presStyleIdx="1" presStyleCnt="3">
        <dgm:presLayoutVars>
          <dgm:chMax val="0"/>
          <dgm:chPref val="0"/>
        </dgm:presLayoutVars>
      </dgm:prSet>
      <dgm:spPr/>
    </dgm:pt>
    <dgm:pt modelId="{BDF116CB-0FF3-41DB-B1BA-B71BEAD14650}" type="pres">
      <dgm:prSet presAssocID="{A3F51691-F9C5-448A-8ECD-FE002F100B42}" presName="sibTrans" presStyleCnt="0"/>
      <dgm:spPr/>
    </dgm:pt>
    <dgm:pt modelId="{AD3CA1DF-7E73-488A-8557-8482F75274A3}" type="pres">
      <dgm:prSet presAssocID="{937BFCE0-4228-4C55-A743-5BCB4B541DD4}" presName="compNode" presStyleCnt="0"/>
      <dgm:spPr/>
    </dgm:pt>
    <dgm:pt modelId="{6559A6CE-2439-4A0E-807A-52D4FF11722D}" type="pres">
      <dgm:prSet presAssocID="{937BFCE0-4228-4C55-A743-5BCB4B541DD4}" presName="bgRect" presStyleLbl="bgShp" presStyleIdx="2" presStyleCnt="3"/>
      <dgm:spPr/>
    </dgm:pt>
    <dgm:pt modelId="{1AC64CEF-819A-48EF-9638-84AE60A7953B}" type="pres">
      <dgm:prSet presAssocID="{937BFCE0-4228-4C55-A743-5BCB4B541DD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59E32F74-E332-4205-B629-78414466E9F9}" type="pres">
      <dgm:prSet presAssocID="{937BFCE0-4228-4C55-A743-5BCB4B541DD4}" presName="spaceRect" presStyleCnt="0"/>
      <dgm:spPr/>
    </dgm:pt>
    <dgm:pt modelId="{8D2FDA8A-ED3F-4E08-85CE-AD8093E44470}" type="pres">
      <dgm:prSet presAssocID="{937BFCE0-4228-4C55-A743-5BCB4B541DD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356CA04-A853-41DD-8FA9-D4ED86577A36}" type="presOf" srcId="{E9F65F8E-2C4F-48D8-9BA2-640120CB74C8}" destId="{A39841C9-908D-42BE-B509-F738ED7F1ECF}" srcOrd="0" destOrd="0" presId="urn:microsoft.com/office/officeart/2018/2/layout/IconVerticalSolidList"/>
    <dgm:cxn modelId="{B81E9C1E-F180-4048-9A6A-9D95B24A4DFB}" srcId="{2302112D-B4D5-4B22-AAC3-6AF21656C222}" destId="{16EA851F-75A3-402A-8335-86CCEB194A54}" srcOrd="1" destOrd="0" parTransId="{609798F3-1365-4D7F-B5B7-7A7457E2764C}" sibTransId="{A3F51691-F9C5-448A-8ECD-FE002F100B42}"/>
    <dgm:cxn modelId="{8FABF930-C13A-4C7B-AC64-665AB55A0F19}" type="presOf" srcId="{937BFCE0-4228-4C55-A743-5BCB4B541DD4}" destId="{8D2FDA8A-ED3F-4E08-85CE-AD8093E44470}" srcOrd="0" destOrd="0" presId="urn:microsoft.com/office/officeart/2018/2/layout/IconVerticalSolidList"/>
    <dgm:cxn modelId="{F9105AA6-0A71-4715-8A63-26EA473FF946}" srcId="{2302112D-B4D5-4B22-AAC3-6AF21656C222}" destId="{937BFCE0-4228-4C55-A743-5BCB4B541DD4}" srcOrd="2" destOrd="0" parTransId="{B76AE765-8149-4F9A-9CBB-644953067D94}" sibTransId="{663C2D1A-2F9B-4283-8C96-657CA57B5312}"/>
    <dgm:cxn modelId="{555E56B1-D60C-47C7-AC19-8EC569B81F3F}" type="presOf" srcId="{2302112D-B4D5-4B22-AAC3-6AF21656C222}" destId="{2DA1A00D-2761-4CE1-9E2B-D5217B3AC0DA}" srcOrd="0" destOrd="0" presId="urn:microsoft.com/office/officeart/2018/2/layout/IconVerticalSolidList"/>
    <dgm:cxn modelId="{E45972C6-D44F-4587-B956-62FC89DBE9C0}" srcId="{2302112D-B4D5-4B22-AAC3-6AF21656C222}" destId="{E9F65F8E-2C4F-48D8-9BA2-640120CB74C8}" srcOrd="0" destOrd="0" parTransId="{17EF4DD0-1AC5-40D4-84F3-C167CB8F1811}" sibTransId="{A65D010F-90D6-4469-954C-904166B6C1C0}"/>
    <dgm:cxn modelId="{3585DAFE-A880-412E-A407-D49A564AE1D9}" type="presOf" srcId="{16EA851F-75A3-402A-8335-86CCEB194A54}" destId="{3986D6A6-1EC8-4781-BBDB-AB060D3E7027}" srcOrd="0" destOrd="0" presId="urn:microsoft.com/office/officeart/2018/2/layout/IconVerticalSolidList"/>
    <dgm:cxn modelId="{62EC5197-7A67-4537-87DB-8366D1C97383}" type="presParOf" srcId="{2DA1A00D-2761-4CE1-9E2B-D5217B3AC0DA}" destId="{99D25D8C-03B4-48FA-ACCE-ADA13D19C499}" srcOrd="0" destOrd="0" presId="urn:microsoft.com/office/officeart/2018/2/layout/IconVerticalSolidList"/>
    <dgm:cxn modelId="{6BA995BA-36DF-40AE-9648-ECD99BCFFC20}" type="presParOf" srcId="{99D25D8C-03B4-48FA-ACCE-ADA13D19C499}" destId="{D8E2654F-19E2-4124-8B35-7C60CAA484E9}" srcOrd="0" destOrd="0" presId="urn:microsoft.com/office/officeart/2018/2/layout/IconVerticalSolidList"/>
    <dgm:cxn modelId="{A159807C-0EC9-4D24-9601-0B7D773F2BEC}" type="presParOf" srcId="{99D25D8C-03B4-48FA-ACCE-ADA13D19C499}" destId="{F989C1AA-AA9A-4245-B618-89EA6A133185}" srcOrd="1" destOrd="0" presId="urn:microsoft.com/office/officeart/2018/2/layout/IconVerticalSolidList"/>
    <dgm:cxn modelId="{097DFA78-A659-4C33-B837-C10E22C7A839}" type="presParOf" srcId="{99D25D8C-03B4-48FA-ACCE-ADA13D19C499}" destId="{6BE3B49F-642A-4747-B2ED-420AC524CF3A}" srcOrd="2" destOrd="0" presId="urn:microsoft.com/office/officeart/2018/2/layout/IconVerticalSolidList"/>
    <dgm:cxn modelId="{CEC887B6-107E-4BF3-97B8-B40075FA5F31}" type="presParOf" srcId="{99D25D8C-03B4-48FA-ACCE-ADA13D19C499}" destId="{A39841C9-908D-42BE-B509-F738ED7F1ECF}" srcOrd="3" destOrd="0" presId="urn:microsoft.com/office/officeart/2018/2/layout/IconVerticalSolidList"/>
    <dgm:cxn modelId="{93F76417-F1E8-4610-A207-A4934BC36DF1}" type="presParOf" srcId="{2DA1A00D-2761-4CE1-9E2B-D5217B3AC0DA}" destId="{7B65FCA5-7E10-4D8D-9D1C-877101701D9C}" srcOrd="1" destOrd="0" presId="urn:microsoft.com/office/officeart/2018/2/layout/IconVerticalSolidList"/>
    <dgm:cxn modelId="{2E25163C-30FD-44D5-8CBF-8C456EFE666C}" type="presParOf" srcId="{2DA1A00D-2761-4CE1-9E2B-D5217B3AC0DA}" destId="{ED735D0C-FA9E-4267-8BA6-235DCFCA6A55}" srcOrd="2" destOrd="0" presId="urn:microsoft.com/office/officeart/2018/2/layout/IconVerticalSolidList"/>
    <dgm:cxn modelId="{8956B7C2-B5EE-438A-9DF9-4E11740CF5F3}" type="presParOf" srcId="{ED735D0C-FA9E-4267-8BA6-235DCFCA6A55}" destId="{151D0AE1-1A1A-424B-9F60-89C7FA9EE386}" srcOrd="0" destOrd="0" presId="urn:microsoft.com/office/officeart/2018/2/layout/IconVerticalSolidList"/>
    <dgm:cxn modelId="{F886F7D9-C83F-4B15-8E60-05D4E23884E7}" type="presParOf" srcId="{ED735D0C-FA9E-4267-8BA6-235DCFCA6A55}" destId="{9B682C57-A9E1-4250-B4A2-000463E6596B}" srcOrd="1" destOrd="0" presId="urn:microsoft.com/office/officeart/2018/2/layout/IconVerticalSolidList"/>
    <dgm:cxn modelId="{E6135A6C-D33A-4FB8-8675-651FCD31EB4B}" type="presParOf" srcId="{ED735D0C-FA9E-4267-8BA6-235DCFCA6A55}" destId="{43E31A18-8A5F-4601-AE74-19DC8AB38AA2}" srcOrd="2" destOrd="0" presId="urn:microsoft.com/office/officeart/2018/2/layout/IconVerticalSolidList"/>
    <dgm:cxn modelId="{8CF7C80E-0B63-440F-BB65-65C943E5A020}" type="presParOf" srcId="{ED735D0C-FA9E-4267-8BA6-235DCFCA6A55}" destId="{3986D6A6-1EC8-4781-BBDB-AB060D3E7027}" srcOrd="3" destOrd="0" presId="urn:microsoft.com/office/officeart/2018/2/layout/IconVerticalSolidList"/>
    <dgm:cxn modelId="{DCC17F4C-7A7D-46C1-9A66-4BE341670C3D}" type="presParOf" srcId="{2DA1A00D-2761-4CE1-9E2B-D5217B3AC0DA}" destId="{BDF116CB-0FF3-41DB-B1BA-B71BEAD14650}" srcOrd="3" destOrd="0" presId="urn:microsoft.com/office/officeart/2018/2/layout/IconVerticalSolidList"/>
    <dgm:cxn modelId="{DB48817A-20C4-42E0-957E-38CCD7F45D48}" type="presParOf" srcId="{2DA1A00D-2761-4CE1-9E2B-D5217B3AC0DA}" destId="{AD3CA1DF-7E73-488A-8557-8482F75274A3}" srcOrd="4" destOrd="0" presId="urn:microsoft.com/office/officeart/2018/2/layout/IconVerticalSolidList"/>
    <dgm:cxn modelId="{E3C8FD73-390B-49BF-AD9A-71F211BE8412}" type="presParOf" srcId="{AD3CA1DF-7E73-488A-8557-8482F75274A3}" destId="{6559A6CE-2439-4A0E-807A-52D4FF11722D}" srcOrd="0" destOrd="0" presId="urn:microsoft.com/office/officeart/2018/2/layout/IconVerticalSolidList"/>
    <dgm:cxn modelId="{EEB837C2-5423-4843-ACEF-5044273DA0CE}" type="presParOf" srcId="{AD3CA1DF-7E73-488A-8557-8482F75274A3}" destId="{1AC64CEF-819A-48EF-9638-84AE60A7953B}" srcOrd="1" destOrd="0" presId="urn:microsoft.com/office/officeart/2018/2/layout/IconVerticalSolidList"/>
    <dgm:cxn modelId="{FEFCDC47-F91A-4099-A05E-90DC413BE59A}" type="presParOf" srcId="{AD3CA1DF-7E73-488A-8557-8482F75274A3}" destId="{59E32F74-E332-4205-B629-78414466E9F9}" srcOrd="2" destOrd="0" presId="urn:microsoft.com/office/officeart/2018/2/layout/IconVerticalSolidList"/>
    <dgm:cxn modelId="{FD17D4E0-F7CE-4790-B0D4-A88B6DF7E9CC}" type="presParOf" srcId="{AD3CA1DF-7E73-488A-8557-8482F75274A3}" destId="{8D2FDA8A-ED3F-4E08-85CE-AD8093E4447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024FA54-FF81-42F4-9FC4-1F12BC55643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9053A3D-3B7C-483A-9F8C-BD90054CF524}">
      <dgm:prSet/>
      <dgm:spPr/>
      <dgm:t>
        <a:bodyPr/>
        <a:lstStyle/>
        <a:p>
          <a:r>
            <a:rPr lang="en-US" dirty="0"/>
            <a:t>Top 2 in Revenue</a:t>
          </a:r>
        </a:p>
      </dgm:t>
    </dgm:pt>
    <dgm:pt modelId="{04ACD05C-AD92-4170-8671-8BC3EC535718}" type="parTrans" cxnId="{2FDF0F5A-C5FE-4AEE-9A2E-4D27D15E375D}">
      <dgm:prSet/>
      <dgm:spPr/>
      <dgm:t>
        <a:bodyPr/>
        <a:lstStyle/>
        <a:p>
          <a:endParaRPr lang="en-US"/>
        </a:p>
      </dgm:t>
    </dgm:pt>
    <dgm:pt modelId="{837A2EED-FC89-4093-9481-A81319476651}" type="sibTrans" cxnId="{2FDF0F5A-C5FE-4AEE-9A2E-4D27D15E375D}">
      <dgm:prSet/>
      <dgm:spPr/>
      <dgm:t>
        <a:bodyPr/>
        <a:lstStyle/>
        <a:p>
          <a:endParaRPr lang="en-US"/>
        </a:p>
      </dgm:t>
    </dgm:pt>
    <dgm:pt modelId="{F9F21110-9C66-48AB-A45C-FAB65D4A5DB5}">
      <dgm:prSet/>
      <dgm:spPr/>
      <dgm:t>
        <a:bodyPr/>
        <a:lstStyle/>
        <a:p>
          <a:r>
            <a:rPr lang="en-US" dirty="0"/>
            <a:t>Not Necessity</a:t>
          </a:r>
        </a:p>
      </dgm:t>
    </dgm:pt>
    <dgm:pt modelId="{8CB0BD5C-F5C4-4A26-A4B7-965092116C56}" type="parTrans" cxnId="{FBEC892C-C292-4946-9332-580B297DCFAE}">
      <dgm:prSet/>
      <dgm:spPr/>
      <dgm:t>
        <a:bodyPr/>
        <a:lstStyle/>
        <a:p>
          <a:endParaRPr lang="en-US"/>
        </a:p>
      </dgm:t>
    </dgm:pt>
    <dgm:pt modelId="{3B646EF5-D50A-4615-902E-3BCDFA696CDD}" type="sibTrans" cxnId="{FBEC892C-C292-4946-9332-580B297DCFAE}">
      <dgm:prSet/>
      <dgm:spPr/>
      <dgm:t>
        <a:bodyPr/>
        <a:lstStyle/>
        <a:p>
          <a:endParaRPr lang="en-US"/>
        </a:p>
      </dgm:t>
    </dgm:pt>
    <dgm:pt modelId="{D9C5EDE8-6F97-4FF4-8FB0-6F104604A2B1}">
      <dgm:prSet/>
      <dgm:spPr/>
      <dgm:t>
        <a:bodyPr/>
        <a:lstStyle/>
        <a:p>
          <a:r>
            <a:rPr lang="en-US" dirty="0"/>
            <a:t>Revenue will be affected by Economies</a:t>
          </a:r>
        </a:p>
      </dgm:t>
    </dgm:pt>
    <dgm:pt modelId="{59A45DC8-B55A-484A-861E-894DE8F757D4}" type="parTrans" cxnId="{EE26C37F-9012-4A8E-9242-333A8A51C2FC}">
      <dgm:prSet/>
      <dgm:spPr/>
      <dgm:t>
        <a:bodyPr/>
        <a:lstStyle/>
        <a:p>
          <a:endParaRPr lang="en-US"/>
        </a:p>
      </dgm:t>
    </dgm:pt>
    <dgm:pt modelId="{2067DD69-F4B3-4A7B-B7D5-7DF20AA26659}" type="sibTrans" cxnId="{EE26C37F-9012-4A8E-9242-333A8A51C2FC}">
      <dgm:prSet/>
      <dgm:spPr/>
      <dgm:t>
        <a:bodyPr/>
        <a:lstStyle/>
        <a:p>
          <a:endParaRPr lang="en-US"/>
        </a:p>
      </dgm:t>
    </dgm:pt>
    <dgm:pt modelId="{B5727496-AF2C-4071-809F-0B0374E8A441}" type="pres">
      <dgm:prSet presAssocID="{3024FA54-FF81-42F4-9FC4-1F12BC55643C}" presName="linear" presStyleCnt="0">
        <dgm:presLayoutVars>
          <dgm:animLvl val="lvl"/>
          <dgm:resizeHandles val="exact"/>
        </dgm:presLayoutVars>
      </dgm:prSet>
      <dgm:spPr/>
    </dgm:pt>
    <dgm:pt modelId="{02D147AB-6FE8-4D38-94C5-653F3CE5FEF4}" type="pres">
      <dgm:prSet presAssocID="{D9053A3D-3B7C-483A-9F8C-BD90054CF524}" presName="parentText" presStyleLbl="node1" presStyleIdx="0" presStyleCnt="3" custLinFactNeighborX="0" custLinFactNeighborY="-68197">
        <dgm:presLayoutVars>
          <dgm:chMax val="0"/>
          <dgm:bulletEnabled val="1"/>
        </dgm:presLayoutVars>
      </dgm:prSet>
      <dgm:spPr/>
    </dgm:pt>
    <dgm:pt modelId="{CB35172C-F4A4-4C78-86E8-94EA38571491}" type="pres">
      <dgm:prSet presAssocID="{837A2EED-FC89-4093-9481-A81319476651}" presName="spacer" presStyleCnt="0"/>
      <dgm:spPr/>
    </dgm:pt>
    <dgm:pt modelId="{DE0523F1-E6FE-486E-9CAC-C18A154EABB5}" type="pres">
      <dgm:prSet presAssocID="{F9F21110-9C66-48AB-A45C-FAB65D4A5DB5}" presName="parentText" presStyleLbl="node1" presStyleIdx="1" presStyleCnt="3" custLinFactNeighborX="71" custLinFactNeighborY="-38385">
        <dgm:presLayoutVars>
          <dgm:chMax val="0"/>
          <dgm:bulletEnabled val="1"/>
        </dgm:presLayoutVars>
      </dgm:prSet>
      <dgm:spPr/>
    </dgm:pt>
    <dgm:pt modelId="{478FCBE5-4910-4962-8070-5BFF748254F8}" type="pres">
      <dgm:prSet presAssocID="{3B646EF5-D50A-4615-902E-3BCDFA696CDD}" presName="spacer" presStyleCnt="0"/>
      <dgm:spPr/>
    </dgm:pt>
    <dgm:pt modelId="{BCB7F865-88B3-4403-B590-0E1D023DA059}" type="pres">
      <dgm:prSet presAssocID="{D9C5EDE8-6F97-4FF4-8FB0-6F104604A2B1}" presName="parentText" presStyleLbl="node1" presStyleIdx="2" presStyleCnt="3" custLinFactNeighborY="-14002">
        <dgm:presLayoutVars>
          <dgm:chMax val="0"/>
          <dgm:bulletEnabled val="1"/>
        </dgm:presLayoutVars>
      </dgm:prSet>
      <dgm:spPr/>
    </dgm:pt>
  </dgm:ptLst>
  <dgm:cxnLst>
    <dgm:cxn modelId="{C0BC0909-B0D1-4CAC-A028-77F5A95D0AF9}" type="presOf" srcId="{D9053A3D-3B7C-483A-9F8C-BD90054CF524}" destId="{02D147AB-6FE8-4D38-94C5-653F3CE5FEF4}" srcOrd="0" destOrd="0" presId="urn:microsoft.com/office/officeart/2005/8/layout/vList2"/>
    <dgm:cxn modelId="{FBEC892C-C292-4946-9332-580B297DCFAE}" srcId="{3024FA54-FF81-42F4-9FC4-1F12BC55643C}" destId="{F9F21110-9C66-48AB-A45C-FAB65D4A5DB5}" srcOrd="1" destOrd="0" parTransId="{8CB0BD5C-F5C4-4A26-A4B7-965092116C56}" sibTransId="{3B646EF5-D50A-4615-902E-3BCDFA696CDD}"/>
    <dgm:cxn modelId="{3D5DE270-0913-4EC7-B0D2-7BC4DD02185F}" type="presOf" srcId="{D9C5EDE8-6F97-4FF4-8FB0-6F104604A2B1}" destId="{BCB7F865-88B3-4403-B590-0E1D023DA059}" srcOrd="0" destOrd="0" presId="urn:microsoft.com/office/officeart/2005/8/layout/vList2"/>
    <dgm:cxn modelId="{C76DA578-F811-495C-A733-25DD157185E1}" type="presOf" srcId="{3024FA54-FF81-42F4-9FC4-1F12BC55643C}" destId="{B5727496-AF2C-4071-809F-0B0374E8A441}" srcOrd="0" destOrd="0" presId="urn:microsoft.com/office/officeart/2005/8/layout/vList2"/>
    <dgm:cxn modelId="{2FDF0F5A-C5FE-4AEE-9A2E-4D27D15E375D}" srcId="{3024FA54-FF81-42F4-9FC4-1F12BC55643C}" destId="{D9053A3D-3B7C-483A-9F8C-BD90054CF524}" srcOrd="0" destOrd="0" parTransId="{04ACD05C-AD92-4170-8671-8BC3EC535718}" sibTransId="{837A2EED-FC89-4093-9481-A81319476651}"/>
    <dgm:cxn modelId="{EE26C37F-9012-4A8E-9242-333A8A51C2FC}" srcId="{3024FA54-FF81-42F4-9FC4-1F12BC55643C}" destId="{D9C5EDE8-6F97-4FF4-8FB0-6F104604A2B1}" srcOrd="2" destOrd="0" parTransId="{59A45DC8-B55A-484A-861E-894DE8F757D4}" sibTransId="{2067DD69-F4B3-4A7B-B7D5-7DF20AA26659}"/>
    <dgm:cxn modelId="{310249FE-CA50-43A7-971A-EC61E3AE7D1A}" type="presOf" srcId="{F9F21110-9C66-48AB-A45C-FAB65D4A5DB5}" destId="{DE0523F1-E6FE-486E-9CAC-C18A154EABB5}" srcOrd="0" destOrd="0" presId="urn:microsoft.com/office/officeart/2005/8/layout/vList2"/>
    <dgm:cxn modelId="{275E2F5C-993F-494B-B5F3-871E26500DC0}" type="presParOf" srcId="{B5727496-AF2C-4071-809F-0B0374E8A441}" destId="{02D147AB-6FE8-4D38-94C5-653F3CE5FEF4}" srcOrd="0" destOrd="0" presId="urn:microsoft.com/office/officeart/2005/8/layout/vList2"/>
    <dgm:cxn modelId="{C65338D3-58EB-4559-806F-E19BB620167C}" type="presParOf" srcId="{B5727496-AF2C-4071-809F-0B0374E8A441}" destId="{CB35172C-F4A4-4C78-86E8-94EA38571491}" srcOrd="1" destOrd="0" presId="urn:microsoft.com/office/officeart/2005/8/layout/vList2"/>
    <dgm:cxn modelId="{3C5B08C2-AB3F-4C60-943F-D77A4392283E}" type="presParOf" srcId="{B5727496-AF2C-4071-809F-0B0374E8A441}" destId="{DE0523F1-E6FE-486E-9CAC-C18A154EABB5}" srcOrd="2" destOrd="0" presId="urn:microsoft.com/office/officeart/2005/8/layout/vList2"/>
    <dgm:cxn modelId="{FFD3C554-3CC7-418C-9E42-ACC752EB651C}" type="presParOf" srcId="{B5727496-AF2C-4071-809F-0B0374E8A441}" destId="{478FCBE5-4910-4962-8070-5BFF748254F8}" srcOrd="3" destOrd="0" presId="urn:microsoft.com/office/officeart/2005/8/layout/vList2"/>
    <dgm:cxn modelId="{B7FF1A39-2AE0-4C41-AFBE-D6925AEE7CB9}" type="presParOf" srcId="{B5727496-AF2C-4071-809F-0B0374E8A441}" destId="{BCB7F865-88B3-4403-B590-0E1D023DA05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024FA54-FF81-42F4-9FC4-1F12BC55643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9053A3D-3B7C-483A-9F8C-BD90054CF524}">
      <dgm:prSet/>
      <dgm:spPr>
        <a:solidFill>
          <a:srgbClr val="92D050"/>
        </a:solidFill>
        <a:ln>
          <a:solidFill>
            <a:srgbClr val="92D050"/>
          </a:solidFill>
        </a:ln>
      </dgm:spPr>
      <dgm:t>
        <a:bodyPr/>
        <a:lstStyle/>
        <a:p>
          <a:r>
            <a:rPr lang="en-US" dirty="0"/>
            <a:t>Bottom 2 in Revenue</a:t>
          </a:r>
        </a:p>
      </dgm:t>
    </dgm:pt>
    <dgm:pt modelId="{04ACD05C-AD92-4170-8671-8BC3EC535718}" type="parTrans" cxnId="{2FDF0F5A-C5FE-4AEE-9A2E-4D27D15E375D}">
      <dgm:prSet/>
      <dgm:spPr/>
      <dgm:t>
        <a:bodyPr/>
        <a:lstStyle/>
        <a:p>
          <a:endParaRPr lang="en-US"/>
        </a:p>
      </dgm:t>
    </dgm:pt>
    <dgm:pt modelId="{837A2EED-FC89-4093-9481-A81319476651}" type="sibTrans" cxnId="{2FDF0F5A-C5FE-4AEE-9A2E-4D27D15E375D}">
      <dgm:prSet/>
      <dgm:spPr/>
      <dgm:t>
        <a:bodyPr/>
        <a:lstStyle/>
        <a:p>
          <a:endParaRPr lang="en-US"/>
        </a:p>
      </dgm:t>
    </dgm:pt>
    <dgm:pt modelId="{F9F21110-9C66-48AB-A45C-FAB65D4A5DB5}">
      <dgm:prSet/>
      <dgm:spPr>
        <a:solidFill>
          <a:srgbClr val="92D050"/>
        </a:solidFill>
      </dgm:spPr>
      <dgm:t>
        <a:bodyPr/>
        <a:lstStyle/>
        <a:p>
          <a:r>
            <a:rPr lang="en-US" dirty="0"/>
            <a:t>Necessities</a:t>
          </a:r>
        </a:p>
      </dgm:t>
    </dgm:pt>
    <dgm:pt modelId="{8CB0BD5C-F5C4-4A26-A4B7-965092116C56}" type="parTrans" cxnId="{FBEC892C-C292-4946-9332-580B297DCFAE}">
      <dgm:prSet/>
      <dgm:spPr/>
      <dgm:t>
        <a:bodyPr/>
        <a:lstStyle/>
        <a:p>
          <a:endParaRPr lang="en-US"/>
        </a:p>
      </dgm:t>
    </dgm:pt>
    <dgm:pt modelId="{3B646EF5-D50A-4615-902E-3BCDFA696CDD}" type="sibTrans" cxnId="{FBEC892C-C292-4946-9332-580B297DCFAE}">
      <dgm:prSet/>
      <dgm:spPr/>
      <dgm:t>
        <a:bodyPr/>
        <a:lstStyle/>
        <a:p>
          <a:endParaRPr lang="en-US"/>
        </a:p>
      </dgm:t>
    </dgm:pt>
    <dgm:pt modelId="{D9C5EDE8-6F97-4FF4-8FB0-6F104604A2B1}">
      <dgm:prSet/>
      <dgm:spPr>
        <a:solidFill>
          <a:srgbClr val="92D050"/>
        </a:solidFill>
      </dgm:spPr>
      <dgm:t>
        <a:bodyPr/>
        <a:lstStyle/>
        <a:p>
          <a:r>
            <a:rPr lang="en-US" dirty="0"/>
            <a:t>Stabilize Future Revenue</a:t>
          </a:r>
        </a:p>
      </dgm:t>
    </dgm:pt>
    <dgm:pt modelId="{59A45DC8-B55A-484A-861E-894DE8F757D4}" type="parTrans" cxnId="{EE26C37F-9012-4A8E-9242-333A8A51C2FC}">
      <dgm:prSet/>
      <dgm:spPr/>
      <dgm:t>
        <a:bodyPr/>
        <a:lstStyle/>
        <a:p>
          <a:endParaRPr lang="en-US"/>
        </a:p>
      </dgm:t>
    </dgm:pt>
    <dgm:pt modelId="{2067DD69-F4B3-4A7B-B7D5-7DF20AA26659}" type="sibTrans" cxnId="{EE26C37F-9012-4A8E-9242-333A8A51C2FC}">
      <dgm:prSet/>
      <dgm:spPr/>
      <dgm:t>
        <a:bodyPr/>
        <a:lstStyle/>
        <a:p>
          <a:endParaRPr lang="en-US"/>
        </a:p>
      </dgm:t>
    </dgm:pt>
    <dgm:pt modelId="{B5727496-AF2C-4071-809F-0B0374E8A441}" type="pres">
      <dgm:prSet presAssocID="{3024FA54-FF81-42F4-9FC4-1F12BC55643C}" presName="linear" presStyleCnt="0">
        <dgm:presLayoutVars>
          <dgm:animLvl val="lvl"/>
          <dgm:resizeHandles val="exact"/>
        </dgm:presLayoutVars>
      </dgm:prSet>
      <dgm:spPr/>
    </dgm:pt>
    <dgm:pt modelId="{02D147AB-6FE8-4D38-94C5-653F3CE5FEF4}" type="pres">
      <dgm:prSet presAssocID="{D9053A3D-3B7C-483A-9F8C-BD90054CF524}" presName="parentText" presStyleLbl="node1" presStyleIdx="0" presStyleCnt="3" custLinFactY="-38847" custLinFactNeighborY="-100000">
        <dgm:presLayoutVars>
          <dgm:chMax val="0"/>
          <dgm:bulletEnabled val="1"/>
        </dgm:presLayoutVars>
      </dgm:prSet>
      <dgm:spPr/>
    </dgm:pt>
    <dgm:pt modelId="{CB35172C-F4A4-4C78-86E8-94EA38571491}" type="pres">
      <dgm:prSet presAssocID="{837A2EED-FC89-4093-9481-A81319476651}" presName="spacer" presStyleCnt="0"/>
      <dgm:spPr/>
    </dgm:pt>
    <dgm:pt modelId="{DE0523F1-E6FE-486E-9CAC-C18A154EABB5}" type="pres">
      <dgm:prSet presAssocID="{F9F21110-9C66-48AB-A45C-FAB65D4A5DB5}" presName="parentText" presStyleLbl="node1" presStyleIdx="1" presStyleCnt="3" custLinFactNeighborY="-28752">
        <dgm:presLayoutVars>
          <dgm:chMax val="0"/>
          <dgm:bulletEnabled val="1"/>
        </dgm:presLayoutVars>
      </dgm:prSet>
      <dgm:spPr/>
    </dgm:pt>
    <dgm:pt modelId="{478FCBE5-4910-4962-8070-5BFF748254F8}" type="pres">
      <dgm:prSet presAssocID="{3B646EF5-D50A-4615-902E-3BCDFA696CDD}" presName="spacer" presStyleCnt="0"/>
      <dgm:spPr/>
    </dgm:pt>
    <dgm:pt modelId="{BCB7F865-88B3-4403-B590-0E1D023DA059}" type="pres">
      <dgm:prSet presAssocID="{D9C5EDE8-6F97-4FF4-8FB0-6F104604A2B1}" presName="parentText" presStyleLbl="node1" presStyleIdx="2" presStyleCnt="3" custLinFactY="31425" custLinFactNeighborY="100000">
        <dgm:presLayoutVars>
          <dgm:chMax val="0"/>
          <dgm:bulletEnabled val="1"/>
        </dgm:presLayoutVars>
      </dgm:prSet>
      <dgm:spPr/>
    </dgm:pt>
  </dgm:ptLst>
  <dgm:cxnLst>
    <dgm:cxn modelId="{C0BC0909-B0D1-4CAC-A028-77F5A95D0AF9}" type="presOf" srcId="{D9053A3D-3B7C-483A-9F8C-BD90054CF524}" destId="{02D147AB-6FE8-4D38-94C5-653F3CE5FEF4}" srcOrd="0" destOrd="0" presId="urn:microsoft.com/office/officeart/2005/8/layout/vList2"/>
    <dgm:cxn modelId="{FBEC892C-C292-4946-9332-580B297DCFAE}" srcId="{3024FA54-FF81-42F4-9FC4-1F12BC55643C}" destId="{F9F21110-9C66-48AB-A45C-FAB65D4A5DB5}" srcOrd="1" destOrd="0" parTransId="{8CB0BD5C-F5C4-4A26-A4B7-965092116C56}" sibTransId="{3B646EF5-D50A-4615-902E-3BCDFA696CDD}"/>
    <dgm:cxn modelId="{3D5DE270-0913-4EC7-B0D2-7BC4DD02185F}" type="presOf" srcId="{D9C5EDE8-6F97-4FF4-8FB0-6F104604A2B1}" destId="{BCB7F865-88B3-4403-B590-0E1D023DA059}" srcOrd="0" destOrd="0" presId="urn:microsoft.com/office/officeart/2005/8/layout/vList2"/>
    <dgm:cxn modelId="{C76DA578-F811-495C-A733-25DD157185E1}" type="presOf" srcId="{3024FA54-FF81-42F4-9FC4-1F12BC55643C}" destId="{B5727496-AF2C-4071-809F-0B0374E8A441}" srcOrd="0" destOrd="0" presId="urn:microsoft.com/office/officeart/2005/8/layout/vList2"/>
    <dgm:cxn modelId="{2FDF0F5A-C5FE-4AEE-9A2E-4D27D15E375D}" srcId="{3024FA54-FF81-42F4-9FC4-1F12BC55643C}" destId="{D9053A3D-3B7C-483A-9F8C-BD90054CF524}" srcOrd="0" destOrd="0" parTransId="{04ACD05C-AD92-4170-8671-8BC3EC535718}" sibTransId="{837A2EED-FC89-4093-9481-A81319476651}"/>
    <dgm:cxn modelId="{EE26C37F-9012-4A8E-9242-333A8A51C2FC}" srcId="{3024FA54-FF81-42F4-9FC4-1F12BC55643C}" destId="{D9C5EDE8-6F97-4FF4-8FB0-6F104604A2B1}" srcOrd="2" destOrd="0" parTransId="{59A45DC8-B55A-484A-861E-894DE8F757D4}" sibTransId="{2067DD69-F4B3-4A7B-B7D5-7DF20AA26659}"/>
    <dgm:cxn modelId="{310249FE-CA50-43A7-971A-EC61E3AE7D1A}" type="presOf" srcId="{F9F21110-9C66-48AB-A45C-FAB65D4A5DB5}" destId="{DE0523F1-E6FE-486E-9CAC-C18A154EABB5}" srcOrd="0" destOrd="0" presId="urn:microsoft.com/office/officeart/2005/8/layout/vList2"/>
    <dgm:cxn modelId="{275E2F5C-993F-494B-B5F3-871E26500DC0}" type="presParOf" srcId="{B5727496-AF2C-4071-809F-0B0374E8A441}" destId="{02D147AB-6FE8-4D38-94C5-653F3CE5FEF4}" srcOrd="0" destOrd="0" presId="urn:microsoft.com/office/officeart/2005/8/layout/vList2"/>
    <dgm:cxn modelId="{C65338D3-58EB-4559-806F-E19BB620167C}" type="presParOf" srcId="{B5727496-AF2C-4071-809F-0B0374E8A441}" destId="{CB35172C-F4A4-4C78-86E8-94EA38571491}" srcOrd="1" destOrd="0" presId="urn:microsoft.com/office/officeart/2005/8/layout/vList2"/>
    <dgm:cxn modelId="{3C5B08C2-AB3F-4C60-943F-D77A4392283E}" type="presParOf" srcId="{B5727496-AF2C-4071-809F-0B0374E8A441}" destId="{DE0523F1-E6FE-486E-9CAC-C18A154EABB5}" srcOrd="2" destOrd="0" presId="urn:microsoft.com/office/officeart/2005/8/layout/vList2"/>
    <dgm:cxn modelId="{FFD3C554-3CC7-418C-9E42-ACC752EB651C}" type="presParOf" srcId="{B5727496-AF2C-4071-809F-0B0374E8A441}" destId="{478FCBE5-4910-4962-8070-5BFF748254F8}" srcOrd="3" destOrd="0" presId="urn:microsoft.com/office/officeart/2005/8/layout/vList2"/>
    <dgm:cxn modelId="{B7FF1A39-2AE0-4C41-AFBE-D6925AEE7CB9}" type="presParOf" srcId="{B5727496-AF2C-4071-809F-0B0374E8A441}" destId="{BCB7F865-88B3-4403-B590-0E1D023DA05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02972B1-3E8F-4A01-B183-62E8CD04D723}" type="doc">
      <dgm:prSet loTypeId="urn:microsoft.com/office/officeart/2005/8/layout/hierarchy3" loCatId="hierarchy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D4C3711-86C0-4F31-9ED5-3CB4FFAF8BEF}">
      <dgm:prSet/>
      <dgm:spPr/>
      <dgm:t>
        <a:bodyPr/>
        <a:lstStyle/>
        <a:p>
          <a:r>
            <a:rPr lang="en-US"/>
            <a:t>Expand Business in Clothes, Home &amp; Kitchen</a:t>
          </a:r>
        </a:p>
      </dgm:t>
    </dgm:pt>
    <dgm:pt modelId="{EC0FB724-7AF1-40D2-BBAD-F75866A8B62C}" type="parTrans" cxnId="{428AF3E5-753C-4309-B822-71CEC84E5207}">
      <dgm:prSet/>
      <dgm:spPr/>
      <dgm:t>
        <a:bodyPr/>
        <a:lstStyle/>
        <a:p>
          <a:endParaRPr lang="en-US"/>
        </a:p>
      </dgm:t>
    </dgm:pt>
    <dgm:pt modelId="{23F47A14-CDE9-4EA6-984F-6ABE4BFC84EA}" type="sibTrans" cxnId="{428AF3E5-753C-4309-B822-71CEC84E5207}">
      <dgm:prSet/>
      <dgm:spPr/>
      <dgm:t>
        <a:bodyPr/>
        <a:lstStyle/>
        <a:p>
          <a:endParaRPr lang="en-US"/>
        </a:p>
      </dgm:t>
    </dgm:pt>
    <dgm:pt modelId="{E0E3D765-81EC-49E6-A095-AD8AB94BCF25}">
      <dgm:prSet/>
      <dgm:spPr/>
      <dgm:t>
        <a:bodyPr/>
        <a:lstStyle/>
        <a:p>
          <a:r>
            <a:rPr lang="en-US"/>
            <a:t>Stabilize Revenue</a:t>
          </a:r>
        </a:p>
      </dgm:t>
    </dgm:pt>
    <dgm:pt modelId="{20D9B296-C64E-4EBD-A645-3AC4B1F8339A}" type="parTrans" cxnId="{F61F39B5-16CC-4B91-AC27-6E1D3D56C690}">
      <dgm:prSet/>
      <dgm:spPr/>
      <dgm:t>
        <a:bodyPr/>
        <a:lstStyle/>
        <a:p>
          <a:endParaRPr lang="en-US"/>
        </a:p>
      </dgm:t>
    </dgm:pt>
    <dgm:pt modelId="{15E89834-7CE7-4C3F-8332-526DD137B571}" type="sibTrans" cxnId="{F61F39B5-16CC-4B91-AC27-6E1D3D56C690}">
      <dgm:prSet/>
      <dgm:spPr/>
      <dgm:t>
        <a:bodyPr/>
        <a:lstStyle/>
        <a:p>
          <a:endParaRPr lang="en-US"/>
        </a:p>
      </dgm:t>
    </dgm:pt>
    <dgm:pt modelId="{F75E2DFC-8C2A-41DD-BAC7-E512FD344074}">
      <dgm:prSet/>
      <dgm:spPr/>
      <dgm:t>
        <a:bodyPr/>
        <a:lstStyle/>
        <a:p>
          <a:r>
            <a:rPr lang="en-US"/>
            <a:t>Advertising and Sales vary with data</a:t>
          </a:r>
        </a:p>
      </dgm:t>
    </dgm:pt>
    <dgm:pt modelId="{F3B5490F-125B-4279-82D7-6ED069A23B8D}" type="parTrans" cxnId="{B7663800-77DA-4069-A3EA-A592A87DD8AE}">
      <dgm:prSet/>
      <dgm:spPr/>
      <dgm:t>
        <a:bodyPr/>
        <a:lstStyle/>
        <a:p>
          <a:endParaRPr lang="en-US"/>
        </a:p>
      </dgm:t>
    </dgm:pt>
    <dgm:pt modelId="{1DF31FF4-42AD-45AE-9679-8DFD0FB41EF5}" type="sibTrans" cxnId="{B7663800-77DA-4069-A3EA-A592A87DD8AE}">
      <dgm:prSet/>
      <dgm:spPr/>
      <dgm:t>
        <a:bodyPr/>
        <a:lstStyle/>
        <a:p>
          <a:endParaRPr lang="en-US"/>
        </a:p>
      </dgm:t>
    </dgm:pt>
    <dgm:pt modelId="{E89CA058-F167-484F-947A-CA593E34D812}">
      <dgm:prSet/>
      <dgm:spPr/>
      <dgm:t>
        <a:bodyPr/>
        <a:lstStyle/>
        <a:p>
          <a:r>
            <a:rPr lang="en-US"/>
            <a:t>Response to Market</a:t>
          </a:r>
        </a:p>
      </dgm:t>
    </dgm:pt>
    <dgm:pt modelId="{33C89E4E-5BD8-4E4A-86FB-19EA1C320FC6}" type="parTrans" cxnId="{08ED2B3B-74FC-446E-920C-596A64109DD0}">
      <dgm:prSet/>
      <dgm:spPr/>
      <dgm:t>
        <a:bodyPr/>
        <a:lstStyle/>
        <a:p>
          <a:endParaRPr lang="en-US"/>
        </a:p>
      </dgm:t>
    </dgm:pt>
    <dgm:pt modelId="{E2B18DD0-1A31-4AEB-A306-01C703381A32}" type="sibTrans" cxnId="{08ED2B3B-74FC-446E-920C-596A64109DD0}">
      <dgm:prSet/>
      <dgm:spPr/>
      <dgm:t>
        <a:bodyPr/>
        <a:lstStyle/>
        <a:p>
          <a:endParaRPr lang="en-US"/>
        </a:p>
      </dgm:t>
    </dgm:pt>
    <dgm:pt modelId="{9D9BE44B-DEDE-4D07-B86E-27659E88AA9E}">
      <dgm:prSet/>
      <dgm:spPr/>
      <dgm:t>
        <a:bodyPr/>
        <a:lstStyle/>
        <a:p>
          <a:r>
            <a:rPr lang="en-US"/>
            <a:t>Financing at High-Months</a:t>
          </a:r>
        </a:p>
      </dgm:t>
    </dgm:pt>
    <dgm:pt modelId="{44D414B7-B896-4B06-9547-0D4AAFB5A19F}" type="parTrans" cxnId="{82E3A072-1BE3-413B-8823-76B8F922CBE4}">
      <dgm:prSet/>
      <dgm:spPr/>
      <dgm:t>
        <a:bodyPr/>
        <a:lstStyle/>
        <a:p>
          <a:endParaRPr lang="en-US"/>
        </a:p>
      </dgm:t>
    </dgm:pt>
    <dgm:pt modelId="{103E03BC-AD84-417C-AE34-56C188FA79CF}" type="sibTrans" cxnId="{82E3A072-1BE3-413B-8823-76B8F922CBE4}">
      <dgm:prSet/>
      <dgm:spPr/>
      <dgm:t>
        <a:bodyPr/>
        <a:lstStyle/>
        <a:p>
          <a:endParaRPr lang="en-US"/>
        </a:p>
      </dgm:t>
    </dgm:pt>
    <dgm:pt modelId="{16E52FD1-4721-4162-828A-10AB674A6C15}">
      <dgm:prSet/>
      <dgm:spPr/>
      <dgm:t>
        <a:bodyPr/>
        <a:lstStyle/>
        <a:p>
          <a:r>
            <a:rPr lang="en-US"/>
            <a:t>Earn the Interest in Low-Times</a:t>
          </a:r>
        </a:p>
      </dgm:t>
    </dgm:pt>
    <dgm:pt modelId="{6930F752-C472-4D5D-A190-4DF13979A623}" type="parTrans" cxnId="{BB517EEB-2C55-4287-92D1-9099BFB310AF}">
      <dgm:prSet/>
      <dgm:spPr/>
      <dgm:t>
        <a:bodyPr/>
        <a:lstStyle/>
        <a:p>
          <a:endParaRPr lang="en-US"/>
        </a:p>
      </dgm:t>
    </dgm:pt>
    <dgm:pt modelId="{58E4AF2B-DEA8-45F9-B869-D7ACBDAF2641}" type="sibTrans" cxnId="{BB517EEB-2C55-4287-92D1-9099BFB310AF}">
      <dgm:prSet/>
      <dgm:spPr/>
      <dgm:t>
        <a:bodyPr/>
        <a:lstStyle/>
        <a:p>
          <a:endParaRPr lang="en-US"/>
        </a:p>
      </dgm:t>
    </dgm:pt>
    <dgm:pt modelId="{BDF9648A-224E-4FB3-A763-12F5501F8CE7}">
      <dgm:prSet/>
      <dgm:spPr/>
      <dgm:t>
        <a:bodyPr/>
        <a:lstStyle/>
        <a:p>
          <a:r>
            <a:rPr lang="en-US"/>
            <a:t>Advertise High-Rated Clothes</a:t>
          </a:r>
        </a:p>
      </dgm:t>
    </dgm:pt>
    <dgm:pt modelId="{0B99D554-2A71-4392-87E5-089F8B8F831A}" type="parTrans" cxnId="{A1C30B8A-9D11-4FF9-9EE5-011AB5981334}">
      <dgm:prSet/>
      <dgm:spPr/>
      <dgm:t>
        <a:bodyPr/>
        <a:lstStyle/>
        <a:p>
          <a:endParaRPr lang="en-US"/>
        </a:p>
      </dgm:t>
    </dgm:pt>
    <dgm:pt modelId="{985EF0F1-8E28-44B4-A52C-62FEE5EBBFD0}" type="sibTrans" cxnId="{A1C30B8A-9D11-4FF9-9EE5-011AB5981334}">
      <dgm:prSet/>
      <dgm:spPr/>
      <dgm:t>
        <a:bodyPr/>
        <a:lstStyle/>
        <a:p>
          <a:endParaRPr lang="en-US"/>
        </a:p>
      </dgm:t>
    </dgm:pt>
    <dgm:pt modelId="{4E2493A0-C441-46F6-A9EE-C30BE5CAD0F3}">
      <dgm:prSet/>
      <dgm:spPr/>
      <dgm:t>
        <a:bodyPr/>
        <a:lstStyle/>
        <a:p>
          <a:r>
            <a:rPr lang="en-US"/>
            <a:t>Sell more Expensive Products</a:t>
          </a:r>
        </a:p>
      </dgm:t>
    </dgm:pt>
    <dgm:pt modelId="{D54C57C7-4D98-420C-A576-F548BA3AF515}" type="parTrans" cxnId="{0F4449BE-DFEE-4445-B777-A35EFA2706FA}">
      <dgm:prSet/>
      <dgm:spPr/>
      <dgm:t>
        <a:bodyPr/>
        <a:lstStyle/>
        <a:p>
          <a:endParaRPr lang="en-US"/>
        </a:p>
      </dgm:t>
    </dgm:pt>
    <dgm:pt modelId="{D1F7FECD-D230-4C7D-A6EF-6465F6375E57}" type="sibTrans" cxnId="{0F4449BE-DFEE-4445-B777-A35EFA2706FA}">
      <dgm:prSet/>
      <dgm:spPr/>
      <dgm:t>
        <a:bodyPr/>
        <a:lstStyle/>
        <a:p>
          <a:endParaRPr lang="en-US"/>
        </a:p>
      </dgm:t>
    </dgm:pt>
    <dgm:pt modelId="{CD46D2B6-C01A-4D8B-8C63-9B3D954CF40F}" type="pres">
      <dgm:prSet presAssocID="{702972B1-3E8F-4A01-B183-62E8CD04D723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A46EBB8-F9C6-48D8-AC1D-9C137EE6B2CB}" type="pres">
      <dgm:prSet presAssocID="{8D4C3711-86C0-4F31-9ED5-3CB4FFAF8BEF}" presName="root" presStyleCnt="0"/>
      <dgm:spPr/>
    </dgm:pt>
    <dgm:pt modelId="{43FF01D5-6546-454D-8FDB-3909B6594B63}" type="pres">
      <dgm:prSet presAssocID="{8D4C3711-86C0-4F31-9ED5-3CB4FFAF8BEF}" presName="rootComposite" presStyleCnt="0"/>
      <dgm:spPr/>
    </dgm:pt>
    <dgm:pt modelId="{DABB8854-FCC2-4A7A-883A-5287CEE69887}" type="pres">
      <dgm:prSet presAssocID="{8D4C3711-86C0-4F31-9ED5-3CB4FFAF8BEF}" presName="rootText" presStyleLbl="node1" presStyleIdx="0" presStyleCnt="5"/>
      <dgm:spPr/>
    </dgm:pt>
    <dgm:pt modelId="{660B4BAB-F04C-4467-8048-15BEB52C5011}" type="pres">
      <dgm:prSet presAssocID="{8D4C3711-86C0-4F31-9ED5-3CB4FFAF8BEF}" presName="rootConnector" presStyleLbl="node1" presStyleIdx="0" presStyleCnt="5"/>
      <dgm:spPr/>
    </dgm:pt>
    <dgm:pt modelId="{19F71F40-CB8A-473D-9262-A44A67F4FABF}" type="pres">
      <dgm:prSet presAssocID="{8D4C3711-86C0-4F31-9ED5-3CB4FFAF8BEF}" presName="childShape" presStyleCnt="0"/>
      <dgm:spPr/>
    </dgm:pt>
    <dgm:pt modelId="{FB5AF382-661B-4666-BCDC-75A2C1990ED3}" type="pres">
      <dgm:prSet presAssocID="{20D9B296-C64E-4EBD-A645-3AC4B1F8339A}" presName="Name13" presStyleLbl="parChTrans1D2" presStyleIdx="0" presStyleCnt="3"/>
      <dgm:spPr/>
    </dgm:pt>
    <dgm:pt modelId="{2E1087AE-B87A-44A4-A416-8627A32AD2E3}" type="pres">
      <dgm:prSet presAssocID="{E0E3D765-81EC-49E6-A095-AD8AB94BCF25}" presName="childText" presStyleLbl="bgAcc1" presStyleIdx="0" presStyleCnt="3">
        <dgm:presLayoutVars>
          <dgm:bulletEnabled val="1"/>
        </dgm:presLayoutVars>
      </dgm:prSet>
      <dgm:spPr/>
    </dgm:pt>
    <dgm:pt modelId="{D23EBC40-CAB2-4AAC-BE95-054B416F6E00}" type="pres">
      <dgm:prSet presAssocID="{F75E2DFC-8C2A-41DD-BAC7-E512FD344074}" presName="root" presStyleCnt="0"/>
      <dgm:spPr/>
    </dgm:pt>
    <dgm:pt modelId="{A940C59B-D8DF-452A-A467-A2DF0DEC02BD}" type="pres">
      <dgm:prSet presAssocID="{F75E2DFC-8C2A-41DD-BAC7-E512FD344074}" presName="rootComposite" presStyleCnt="0"/>
      <dgm:spPr/>
    </dgm:pt>
    <dgm:pt modelId="{6C118162-0D5A-4187-BEF4-AACA6C69E317}" type="pres">
      <dgm:prSet presAssocID="{F75E2DFC-8C2A-41DD-BAC7-E512FD344074}" presName="rootText" presStyleLbl="node1" presStyleIdx="1" presStyleCnt="5"/>
      <dgm:spPr/>
    </dgm:pt>
    <dgm:pt modelId="{A03145AA-931B-4500-B43F-9D859ED9FD69}" type="pres">
      <dgm:prSet presAssocID="{F75E2DFC-8C2A-41DD-BAC7-E512FD344074}" presName="rootConnector" presStyleLbl="node1" presStyleIdx="1" presStyleCnt="5"/>
      <dgm:spPr/>
    </dgm:pt>
    <dgm:pt modelId="{134BA023-B5A0-4F71-ABCC-85E0CD72FA06}" type="pres">
      <dgm:prSet presAssocID="{F75E2DFC-8C2A-41DD-BAC7-E512FD344074}" presName="childShape" presStyleCnt="0"/>
      <dgm:spPr/>
    </dgm:pt>
    <dgm:pt modelId="{764F669A-2558-4982-BD65-2EB323AFD23B}" type="pres">
      <dgm:prSet presAssocID="{33C89E4E-5BD8-4E4A-86FB-19EA1C320FC6}" presName="Name13" presStyleLbl="parChTrans1D2" presStyleIdx="1" presStyleCnt="3"/>
      <dgm:spPr/>
    </dgm:pt>
    <dgm:pt modelId="{95CC56F9-6496-4ABA-A875-6BA84C2800B5}" type="pres">
      <dgm:prSet presAssocID="{E89CA058-F167-484F-947A-CA593E34D812}" presName="childText" presStyleLbl="bgAcc1" presStyleIdx="1" presStyleCnt="3">
        <dgm:presLayoutVars>
          <dgm:bulletEnabled val="1"/>
        </dgm:presLayoutVars>
      </dgm:prSet>
      <dgm:spPr/>
    </dgm:pt>
    <dgm:pt modelId="{F8163097-3659-4634-98A5-8A044C3BDA12}" type="pres">
      <dgm:prSet presAssocID="{9D9BE44B-DEDE-4D07-B86E-27659E88AA9E}" presName="root" presStyleCnt="0"/>
      <dgm:spPr/>
    </dgm:pt>
    <dgm:pt modelId="{9A6ECE4C-DC1D-46F0-91FE-8EA259DA6034}" type="pres">
      <dgm:prSet presAssocID="{9D9BE44B-DEDE-4D07-B86E-27659E88AA9E}" presName="rootComposite" presStyleCnt="0"/>
      <dgm:spPr/>
    </dgm:pt>
    <dgm:pt modelId="{FD6C9CD8-1BAD-40A6-AEF5-61EF9FC89B2F}" type="pres">
      <dgm:prSet presAssocID="{9D9BE44B-DEDE-4D07-B86E-27659E88AA9E}" presName="rootText" presStyleLbl="node1" presStyleIdx="2" presStyleCnt="5"/>
      <dgm:spPr/>
    </dgm:pt>
    <dgm:pt modelId="{CA903785-01EE-44C2-A897-47D62D2229E6}" type="pres">
      <dgm:prSet presAssocID="{9D9BE44B-DEDE-4D07-B86E-27659E88AA9E}" presName="rootConnector" presStyleLbl="node1" presStyleIdx="2" presStyleCnt="5"/>
      <dgm:spPr/>
    </dgm:pt>
    <dgm:pt modelId="{453CC56A-1BF4-4F01-ACEB-52FF6BBCA393}" type="pres">
      <dgm:prSet presAssocID="{9D9BE44B-DEDE-4D07-B86E-27659E88AA9E}" presName="childShape" presStyleCnt="0"/>
      <dgm:spPr/>
    </dgm:pt>
    <dgm:pt modelId="{6FDF9316-3A5F-4A99-A086-B9A3E922E9E7}" type="pres">
      <dgm:prSet presAssocID="{6930F752-C472-4D5D-A190-4DF13979A623}" presName="Name13" presStyleLbl="parChTrans1D2" presStyleIdx="2" presStyleCnt="3"/>
      <dgm:spPr/>
    </dgm:pt>
    <dgm:pt modelId="{5EE8D34A-8912-4FBB-A097-5A281E082903}" type="pres">
      <dgm:prSet presAssocID="{16E52FD1-4721-4162-828A-10AB674A6C15}" presName="childText" presStyleLbl="bgAcc1" presStyleIdx="2" presStyleCnt="3">
        <dgm:presLayoutVars>
          <dgm:bulletEnabled val="1"/>
        </dgm:presLayoutVars>
      </dgm:prSet>
      <dgm:spPr/>
    </dgm:pt>
    <dgm:pt modelId="{99FF3103-A899-4613-B782-BFDA11D55EDA}" type="pres">
      <dgm:prSet presAssocID="{BDF9648A-224E-4FB3-A763-12F5501F8CE7}" presName="root" presStyleCnt="0"/>
      <dgm:spPr/>
    </dgm:pt>
    <dgm:pt modelId="{40AA6E39-60E5-4DA0-B99D-52CCEFAF5873}" type="pres">
      <dgm:prSet presAssocID="{BDF9648A-224E-4FB3-A763-12F5501F8CE7}" presName="rootComposite" presStyleCnt="0"/>
      <dgm:spPr/>
    </dgm:pt>
    <dgm:pt modelId="{8EFEB087-BCC6-433A-817F-7608F0A0FB13}" type="pres">
      <dgm:prSet presAssocID="{BDF9648A-224E-4FB3-A763-12F5501F8CE7}" presName="rootText" presStyleLbl="node1" presStyleIdx="3" presStyleCnt="5"/>
      <dgm:spPr/>
    </dgm:pt>
    <dgm:pt modelId="{03C1CD6F-7F0F-44F8-B879-525A2E64F19E}" type="pres">
      <dgm:prSet presAssocID="{BDF9648A-224E-4FB3-A763-12F5501F8CE7}" presName="rootConnector" presStyleLbl="node1" presStyleIdx="3" presStyleCnt="5"/>
      <dgm:spPr/>
    </dgm:pt>
    <dgm:pt modelId="{96DACC83-4B1A-4A66-8C18-D11CC4627A37}" type="pres">
      <dgm:prSet presAssocID="{BDF9648A-224E-4FB3-A763-12F5501F8CE7}" presName="childShape" presStyleCnt="0"/>
      <dgm:spPr/>
    </dgm:pt>
    <dgm:pt modelId="{FA97A062-CC9E-4B18-9B8A-C137CC8EC621}" type="pres">
      <dgm:prSet presAssocID="{4E2493A0-C441-46F6-A9EE-C30BE5CAD0F3}" presName="root" presStyleCnt="0"/>
      <dgm:spPr/>
    </dgm:pt>
    <dgm:pt modelId="{439040DC-7537-493E-89C5-8961753A6BD7}" type="pres">
      <dgm:prSet presAssocID="{4E2493A0-C441-46F6-A9EE-C30BE5CAD0F3}" presName="rootComposite" presStyleCnt="0"/>
      <dgm:spPr/>
    </dgm:pt>
    <dgm:pt modelId="{1AA08B75-AB8A-45EC-A9E4-0A54DF7DE171}" type="pres">
      <dgm:prSet presAssocID="{4E2493A0-C441-46F6-A9EE-C30BE5CAD0F3}" presName="rootText" presStyleLbl="node1" presStyleIdx="4" presStyleCnt="5"/>
      <dgm:spPr/>
    </dgm:pt>
    <dgm:pt modelId="{61DE5ADA-C3A6-464D-A725-7811D3EB1845}" type="pres">
      <dgm:prSet presAssocID="{4E2493A0-C441-46F6-A9EE-C30BE5CAD0F3}" presName="rootConnector" presStyleLbl="node1" presStyleIdx="4" presStyleCnt="5"/>
      <dgm:spPr/>
    </dgm:pt>
    <dgm:pt modelId="{5ABF4FCB-6683-4FE2-A888-ADC25F27FC9D}" type="pres">
      <dgm:prSet presAssocID="{4E2493A0-C441-46F6-A9EE-C30BE5CAD0F3}" presName="childShape" presStyleCnt="0"/>
      <dgm:spPr/>
    </dgm:pt>
  </dgm:ptLst>
  <dgm:cxnLst>
    <dgm:cxn modelId="{B7663800-77DA-4069-A3EA-A592A87DD8AE}" srcId="{702972B1-3E8F-4A01-B183-62E8CD04D723}" destId="{F75E2DFC-8C2A-41DD-BAC7-E512FD344074}" srcOrd="1" destOrd="0" parTransId="{F3B5490F-125B-4279-82D7-6ED069A23B8D}" sibTransId="{1DF31FF4-42AD-45AE-9679-8DFD0FB41EF5}"/>
    <dgm:cxn modelId="{86307B09-A60D-45CE-9261-04D82BC964C1}" type="presOf" srcId="{8D4C3711-86C0-4F31-9ED5-3CB4FFAF8BEF}" destId="{660B4BAB-F04C-4467-8048-15BEB52C5011}" srcOrd="1" destOrd="0" presId="urn:microsoft.com/office/officeart/2005/8/layout/hierarchy3"/>
    <dgm:cxn modelId="{A8B07124-E418-4D80-884C-196DFF28C083}" type="presOf" srcId="{BDF9648A-224E-4FB3-A763-12F5501F8CE7}" destId="{03C1CD6F-7F0F-44F8-B879-525A2E64F19E}" srcOrd="1" destOrd="0" presId="urn:microsoft.com/office/officeart/2005/8/layout/hierarchy3"/>
    <dgm:cxn modelId="{CB162F2D-590A-4966-8861-51DBDDFAA31B}" type="presOf" srcId="{F75E2DFC-8C2A-41DD-BAC7-E512FD344074}" destId="{A03145AA-931B-4500-B43F-9D859ED9FD69}" srcOrd="1" destOrd="0" presId="urn:microsoft.com/office/officeart/2005/8/layout/hierarchy3"/>
    <dgm:cxn modelId="{08ED2B3B-74FC-446E-920C-596A64109DD0}" srcId="{F75E2DFC-8C2A-41DD-BAC7-E512FD344074}" destId="{E89CA058-F167-484F-947A-CA593E34D812}" srcOrd="0" destOrd="0" parTransId="{33C89E4E-5BD8-4E4A-86FB-19EA1C320FC6}" sibTransId="{E2B18DD0-1A31-4AEB-A306-01C703381A32}"/>
    <dgm:cxn modelId="{A2949A4D-CB3F-454C-9064-DB855AF49A07}" type="presOf" srcId="{E89CA058-F167-484F-947A-CA593E34D812}" destId="{95CC56F9-6496-4ABA-A875-6BA84C2800B5}" srcOrd="0" destOrd="0" presId="urn:microsoft.com/office/officeart/2005/8/layout/hierarchy3"/>
    <dgm:cxn modelId="{BCE62E4E-2A59-4347-B544-8B496C4B4D1C}" type="presOf" srcId="{702972B1-3E8F-4A01-B183-62E8CD04D723}" destId="{CD46D2B6-C01A-4D8B-8C63-9B3D954CF40F}" srcOrd="0" destOrd="0" presId="urn:microsoft.com/office/officeart/2005/8/layout/hierarchy3"/>
    <dgm:cxn modelId="{82E3A072-1BE3-413B-8823-76B8F922CBE4}" srcId="{702972B1-3E8F-4A01-B183-62E8CD04D723}" destId="{9D9BE44B-DEDE-4D07-B86E-27659E88AA9E}" srcOrd="2" destOrd="0" parTransId="{44D414B7-B896-4B06-9547-0D4AAFB5A19F}" sibTransId="{103E03BC-AD84-417C-AE34-56C188FA79CF}"/>
    <dgm:cxn modelId="{7D5B8576-3766-4A05-8023-4A9E5500B55A}" type="presOf" srcId="{33C89E4E-5BD8-4E4A-86FB-19EA1C320FC6}" destId="{764F669A-2558-4982-BD65-2EB323AFD23B}" srcOrd="0" destOrd="0" presId="urn:microsoft.com/office/officeart/2005/8/layout/hierarchy3"/>
    <dgm:cxn modelId="{36C76681-C476-4708-AA4B-2701F0B3CBAC}" type="presOf" srcId="{6930F752-C472-4D5D-A190-4DF13979A623}" destId="{6FDF9316-3A5F-4A99-A086-B9A3E922E9E7}" srcOrd="0" destOrd="0" presId="urn:microsoft.com/office/officeart/2005/8/layout/hierarchy3"/>
    <dgm:cxn modelId="{CE9D9282-1C3B-4BE8-9F06-9C07002CFFF9}" type="presOf" srcId="{9D9BE44B-DEDE-4D07-B86E-27659E88AA9E}" destId="{CA903785-01EE-44C2-A897-47D62D2229E6}" srcOrd="1" destOrd="0" presId="urn:microsoft.com/office/officeart/2005/8/layout/hierarchy3"/>
    <dgm:cxn modelId="{A1C30B8A-9D11-4FF9-9EE5-011AB5981334}" srcId="{702972B1-3E8F-4A01-B183-62E8CD04D723}" destId="{BDF9648A-224E-4FB3-A763-12F5501F8CE7}" srcOrd="3" destOrd="0" parTransId="{0B99D554-2A71-4392-87E5-089F8B8F831A}" sibTransId="{985EF0F1-8E28-44B4-A52C-62FEE5EBBFD0}"/>
    <dgm:cxn modelId="{E2C38891-44C5-4EF1-9C43-36092CB40368}" type="presOf" srcId="{16E52FD1-4721-4162-828A-10AB674A6C15}" destId="{5EE8D34A-8912-4FBB-A097-5A281E082903}" srcOrd="0" destOrd="0" presId="urn:microsoft.com/office/officeart/2005/8/layout/hierarchy3"/>
    <dgm:cxn modelId="{323D5E9C-2424-4A30-9A90-8F160C903F2C}" type="presOf" srcId="{8D4C3711-86C0-4F31-9ED5-3CB4FFAF8BEF}" destId="{DABB8854-FCC2-4A7A-883A-5287CEE69887}" srcOrd="0" destOrd="0" presId="urn:microsoft.com/office/officeart/2005/8/layout/hierarchy3"/>
    <dgm:cxn modelId="{0058F89C-54EE-4EDE-A1D5-6C5FF85BF997}" type="presOf" srcId="{E0E3D765-81EC-49E6-A095-AD8AB94BCF25}" destId="{2E1087AE-B87A-44A4-A416-8627A32AD2E3}" srcOrd="0" destOrd="0" presId="urn:microsoft.com/office/officeart/2005/8/layout/hierarchy3"/>
    <dgm:cxn modelId="{CDA0769F-E821-4150-A55D-37DC3F765D4D}" type="presOf" srcId="{20D9B296-C64E-4EBD-A645-3AC4B1F8339A}" destId="{FB5AF382-661B-4666-BCDC-75A2C1990ED3}" srcOrd="0" destOrd="0" presId="urn:microsoft.com/office/officeart/2005/8/layout/hierarchy3"/>
    <dgm:cxn modelId="{3D5BF1A9-5D7C-498C-AD7E-BE8659CF684B}" type="presOf" srcId="{9D9BE44B-DEDE-4D07-B86E-27659E88AA9E}" destId="{FD6C9CD8-1BAD-40A6-AEF5-61EF9FC89B2F}" srcOrd="0" destOrd="0" presId="urn:microsoft.com/office/officeart/2005/8/layout/hierarchy3"/>
    <dgm:cxn modelId="{13936CB2-EFF2-4550-A9A5-B8A40FE2B03E}" type="presOf" srcId="{4E2493A0-C441-46F6-A9EE-C30BE5CAD0F3}" destId="{61DE5ADA-C3A6-464D-A725-7811D3EB1845}" srcOrd="1" destOrd="0" presId="urn:microsoft.com/office/officeart/2005/8/layout/hierarchy3"/>
    <dgm:cxn modelId="{F61F39B5-16CC-4B91-AC27-6E1D3D56C690}" srcId="{8D4C3711-86C0-4F31-9ED5-3CB4FFAF8BEF}" destId="{E0E3D765-81EC-49E6-A095-AD8AB94BCF25}" srcOrd="0" destOrd="0" parTransId="{20D9B296-C64E-4EBD-A645-3AC4B1F8339A}" sibTransId="{15E89834-7CE7-4C3F-8332-526DD137B571}"/>
    <dgm:cxn modelId="{022A02B6-D3D9-45A8-9DE0-188EA76CA68A}" type="presOf" srcId="{4E2493A0-C441-46F6-A9EE-C30BE5CAD0F3}" destId="{1AA08B75-AB8A-45EC-A9E4-0A54DF7DE171}" srcOrd="0" destOrd="0" presId="urn:microsoft.com/office/officeart/2005/8/layout/hierarchy3"/>
    <dgm:cxn modelId="{0F4449BE-DFEE-4445-B777-A35EFA2706FA}" srcId="{702972B1-3E8F-4A01-B183-62E8CD04D723}" destId="{4E2493A0-C441-46F6-A9EE-C30BE5CAD0F3}" srcOrd="4" destOrd="0" parTransId="{D54C57C7-4D98-420C-A576-F548BA3AF515}" sibTransId="{D1F7FECD-D230-4C7D-A6EF-6465F6375E57}"/>
    <dgm:cxn modelId="{428AF3E5-753C-4309-B822-71CEC84E5207}" srcId="{702972B1-3E8F-4A01-B183-62E8CD04D723}" destId="{8D4C3711-86C0-4F31-9ED5-3CB4FFAF8BEF}" srcOrd="0" destOrd="0" parTransId="{EC0FB724-7AF1-40D2-BBAD-F75866A8B62C}" sibTransId="{23F47A14-CDE9-4EA6-984F-6ABE4BFC84EA}"/>
    <dgm:cxn modelId="{BB517EEB-2C55-4287-92D1-9099BFB310AF}" srcId="{9D9BE44B-DEDE-4D07-B86E-27659E88AA9E}" destId="{16E52FD1-4721-4162-828A-10AB674A6C15}" srcOrd="0" destOrd="0" parTransId="{6930F752-C472-4D5D-A190-4DF13979A623}" sibTransId="{58E4AF2B-DEA8-45F9-B869-D7ACBDAF2641}"/>
    <dgm:cxn modelId="{3E8E7EF7-C0F6-4E80-8D3C-3994D20C17A7}" type="presOf" srcId="{F75E2DFC-8C2A-41DD-BAC7-E512FD344074}" destId="{6C118162-0D5A-4187-BEF4-AACA6C69E317}" srcOrd="0" destOrd="0" presId="urn:microsoft.com/office/officeart/2005/8/layout/hierarchy3"/>
    <dgm:cxn modelId="{495649FB-7605-404C-882B-C8149B372F2C}" type="presOf" srcId="{BDF9648A-224E-4FB3-A763-12F5501F8CE7}" destId="{8EFEB087-BCC6-433A-817F-7608F0A0FB13}" srcOrd="0" destOrd="0" presId="urn:microsoft.com/office/officeart/2005/8/layout/hierarchy3"/>
    <dgm:cxn modelId="{4E4D3FE9-505C-48E6-9E1B-5073F8625A63}" type="presParOf" srcId="{CD46D2B6-C01A-4D8B-8C63-9B3D954CF40F}" destId="{8A46EBB8-F9C6-48D8-AC1D-9C137EE6B2CB}" srcOrd="0" destOrd="0" presId="urn:microsoft.com/office/officeart/2005/8/layout/hierarchy3"/>
    <dgm:cxn modelId="{8CA1B71C-90C2-4003-8763-741409E97765}" type="presParOf" srcId="{8A46EBB8-F9C6-48D8-AC1D-9C137EE6B2CB}" destId="{43FF01D5-6546-454D-8FDB-3909B6594B63}" srcOrd="0" destOrd="0" presId="urn:microsoft.com/office/officeart/2005/8/layout/hierarchy3"/>
    <dgm:cxn modelId="{160C46EA-6BF4-448E-A334-A71739EE765E}" type="presParOf" srcId="{43FF01D5-6546-454D-8FDB-3909B6594B63}" destId="{DABB8854-FCC2-4A7A-883A-5287CEE69887}" srcOrd="0" destOrd="0" presId="urn:microsoft.com/office/officeart/2005/8/layout/hierarchy3"/>
    <dgm:cxn modelId="{85AE365C-7BFA-4997-ADE4-CC3EA83262E8}" type="presParOf" srcId="{43FF01D5-6546-454D-8FDB-3909B6594B63}" destId="{660B4BAB-F04C-4467-8048-15BEB52C5011}" srcOrd="1" destOrd="0" presId="urn:microsoft.com/office/officeart/2005/8/layout/hierarchy3"/>
    <dgm:cxn modelId="{89C19847-37D0-4B54-B31D-DA5D72901A2A}" type="presParOf" srcId="{8A46EBB8-F9C6-48D8-AC1D-9C137EE6B2CB}" destId="{19F71F40-CB8A-473D-9262-A44A67F4FABF}" srcOrd="1" destOrd="0" presId="urn:microsoft.com/office/officeart/2005/8/layout/hierarchy3"/>
    <dgm:cxn modelId="{C1A5FEB7-8FEE-4003-A0EE-CF983AFF5FA2}" type="presParOf" srcId="{19F71F40-CB8A-473D-9262-A44A67F4FABF}" destId="{FB5AF382-661B-4666-BCDC-75A2C1990ED3}" srcOrd="0" destOrd="0" presId="urn:microsoft.com/office/officeart/2005/8/layout/hierarchy3"/>
    <dgm:cxn modelId="{28E81BE3-89F2-4B5C-AC7B-37F0054235A3}" type="presParOf" srcId="{19F71F40-CB8A-473D-9262-A44A67F4FABF}" destId="{2E1087AE-B87A-44A4-A416-8627A32AD2E3}" srcOrd="1" destOrd="0" presId="urn:microsoft.com/office/officeart/2005/8/layout/hierarchy3"/>
    <dgm:cxn modelId="{A7001302-1E89-4186-BA22-66E898D3437F}" type="presParOf" srcId="{CD46D2B6-C01A-4D8B-8C63-9B3D954CF40F}" destId="{D23EBC40-CAB2-4AAC-BE95-054B416F6E00}" srcOrd="1" destOrd="0" presId="urn:microsoft.com/office/officeart/2005/8/layout/hierarchy3"/>
    <dgm:cxn modelId="{7A822DB8-1F4A-4495-9615-74136BF11537}" type="presParOf" srcId="{D23EBC40-CAB2-4AAC-BE95-054B416F6E00}" destId="{A940C59B-D8DF-452A-A467-A2DF0DEC02BD}" srcOrd="0" destOrd="0" presId="urn:microsoft.com/office/officeart/2005/8/layout/hierarchy3"/>
    <dgm:cxn modelId="{A69E9157-31FA-4D75-97E8-B8D1085114F8}" type="presParOf" srcId="{A940C59B-D8DF-452A-A467-A2DF0DEC02BD}" destId="{6C118162-0D5A-4187-BEF4-AACA6C69E317}" srcOrd="0" destOrd="0" presId="urn:microsoft.com/office/officeart/2005/8/layout/hierarchy3"/>
    <dgm:cxn modelId="{965CC96C-983E-4A45-8344-55918575C991}" type="presParOf" srcId="{A940C59B-D8DF-452A-A467-A2DF0DEC02BD}" destId="{A03145AA-931B-4500-B43F-9D859ED9FD69}" srcOrd="1" destOrd="0" presId="urn:microsoft.com/office/officeart/2005/8/layout/hierarchy3"/>
    <dgm:cxn modelId="{2FE575DF-4A93-4C37-BC1C-8C4E981D030E}" type="presParOf" srcId="{D23EBC40-CAB2-4AAC-BE95-054B416F6E00}" destId="{134BA023-B5A0-4F71-ABCC-85E0CD72FA06}" srcOrd="1" destOrd="0" presId="urn:microsoft.com/office/officeart/2005/8/layout/hierarchy3"/>
    <dgm:cxn modelId="{5EF8AB96-9344-49EA-939A-689C957488AB}" type="presParOf" srcId="{134BA023-B5A0-4F71-ABCC-85E0CD72FA06}" destId="{764F669A-2558-4982-BD65-2EB323AFD23B}" srcOrd="0" destOrd="0" presId="urn:microsoft.com/office/officeart/2005/8/layout/hierarchy3"/>
    <dgm:cxn modelId="{F1D3BDEB-7659-44EE-AF95-127C66771AC7}" type="presParOf" srcId="{134BA023-B5A0-4F71-ABCC-85E0CD72FA06}" destId="{95CC56F9-6496-4ABA-A875-6BA84C2800B5}" srcOrd="1" destOrd="0" presId="urn:microsoft.com/office/officeart/2005/8/layout/hierarchy3"/>
    <dgm:cxn modelId="{F889D9E2-F2D8-4DE5-8EF6-3B02E548ADEF}" type="presParOf" srcId="{CD46D2B6-C01A-4D8B-8C63-9B3D954CF40F}" destId="{F8163097-3659-4634-98A5-8A044C3BDA12}" srcOrd="2" destOrd="0" presId="urn:microsoft.com/office/officeart/2005/8/layout/hierarchy3"/>
    <dgm:cxn modelId="{9D89A639-B816-48B7-8D7D-DFB7745194BC}" type="presParOf" srcId="{F8163097-3659-4634-98A5-8A044C3BDA12}" destId="{9A6ECE4C-DC1D-46F0-91FE-8EA259DA6034}" srcOrd="0" destOrd="0" presId="urn:microsoft.com/office/officeart/2005/8/layout/hierarchy3"/>
    <dgm:cxn modelId="{53E820DA-655D-4A82-AB75-A3B509B91A01}" type="presParOf" srcId="{9A6ECE4C-DC1D-46F0-91FE-8EA259DA6034}" destId="{FD6C9CD8-1BAD-40A6-AEF5-61EF9FC89B2F}" srcOrd="0" destOrd="0" presId="urn:microsoft.com/office/officeart/2005/8/layout/hierarchy3"/>
    <dgm:cxn modelId="{84773EC8-F196-450A-AFC3-B0F385292B24}" type="presParOf" srcId="{9A6ECE4C-DC1D-46F0-91FE-8EA259DA6034}" destId="{CA903785-01EE-44C2-A897-47D62D2229E6}" srcOrd="1" destOrd="0" presId="urn:microsoft.com/office/officeart/2005/8/layout/hierarchy3"/>
    <dgm:cxn modelId="{0881394D-9A50-4F70-B76E-897410C3F123}" type="presParOf" srcId="{F8163097-3659-4634-98A5-8A044C3BDA12}" destId="{453CC56A-1BF4-4F01-ACEB-52FF6BBCA393}" srcOrd="1" destOrd="0" presId="urn:microsoft.com/office/officeart/2005/8/layout/hierarchy3"/>
    <dgm:cxn modelId="{5124319D-4173-49C7-84B1-3FE58BA006E0}" type="presParOf" srcId="{453CC56A-1BF4-4F01-ACEB-52FF6BBCA393}" destId="{6FDF9316-3A5F-4A99-A086-B9A3E922E9E7}" srcOrd="0" destOrd="0" presId="urn:microsoft.com/office/officeart/2005/8/layout/hierarchy3"/>
    <dgm:cxn modelId="{C4B8A668-C87E-4163-99E6-0FBD8CD4A6AA}" type="presParOf" srcId="{453CC56A-1BF4-4F01-ACEB-52FF6BBCA393}" destId="{5EE8D34A-8912-4FBB-A097-5A281E082903}" srcOrd="1" destOrd="0" presId="urn:microsoft.com/office/officeart/2005/8/layout/hierarchy3"/>
    <dgm:cxn modelId="{DE5BEDB1-CD8D-4092-8330-029FB1EF50B7}" type="presParOf" srcId="{CD46D2B6-C01A-4D8B-8C63-9B3D954CF40F}" destId="{99FF3103-A899-4613-B782-BFDA11D55EDA}" srcOrd="3" destOrd="0" presId="urn:microsoft.com/office/officeart/2005/8/layout/hierarchy3"/>
    <dgm:cxn modelId="{C3F26077-328C-4AC9-80DC-CF0BA69BCF1E}" type="presParOf" srcId="{99FF3103-A899-4613-B782-BFDA11D55EDA}" destId="{40AA6E39-60E5-4DA0-B99D-52CCEFAF5873}" srcOrd="0" destOrd="0" presId="urn:microsoft.com/office/officeart/2005/8/layout/hierarchy3"/>
    <dgm:cxn modelId="{5E8D8927-7A8D-47C6-B7BE-4E01CE3EEB9A}" type="presParOf" srcId="{40AA6E39-60E5-4DA0-B99D-52CCEFAF5873}" destId="{8EFEB087-BCC6-433A-817F-7608F0A0FB13}" srcOrd="0" destOrd="0" presId="urn:microsoft.com/office/officeart/2005/8/layout/hierarchy3"/>
    <dgm:cxn modelId="{C0410663-8092-4BCA-84C0-B95EE2E8ACDC}" type="presParOf" srcId="{40AA6E39-60E5-4DA0-B99D-52CCEFAF5873}" destId="{03C1CD6F-7F0F-44F8-B879-525A2E64F19E}" srcOrd="1" destOrd="0" presId="urn:microsoft.com/office/officeart/2005/8/layout/hierarchy3"/>
    <dgm:cxn modelId="{56F9DFB3-5CF0-4381-A9DF-48383C6B075F}" type="presParOf" srcId="{99FF3103-A899-4613-B782-BFDA11D55EDA}" destId="{96DACC83-4B1A-4A66-8C18-D11CC4627A37}" srcOrd="1" destOrd="0" presId="urn:microsoft.com/office/officeart/2005/8/layout/hierarchy3"/>
    <dgm:cxn modelId="{EE702FA3-2366-4C04-BD84-34A62D3FAC91}" type="presParOf" srcId="{CD46D2B6-C01A-4D8B-8C63-9B3D954CF40F}" destId="{FA97A062-CC9E-4B18-9B8A-C137CC8EC621}" srcOrd="4" destOrd="0" presId="urn:microsoft.com/office/officeart/2005/8/layout/hierarchy3"/>
    <dgm:cxn modelId="{C87C51ED-A128-481C-A003-D0A34C033E52}" type="presParOf" srcId="{FA97A062-CC9E-4B18-9B8A-C137CC8EC621}" destId="{439040DC-7537-493E-89C5-8961753A6BD7}" srcOrd="0" destOrd="0" presId="urn:microsoft.com/office/officeart/2005/8/layout/hierarchy3"/>
    <dgm:cxn modelId="{C4BD60E4-5FDB-43E7-931E-7C6375A4F10D}" type="presParOf" srcId="{439040DC-7537-493E-89C5-8961753A6BD7}" destId="{1AA08B75-AB8A-45EC-A9E4-0A54DF7DE171}" srcOrd="0" destOrd="0" presId="urn:microsoft.com/office/officeart/2005/8/layout/hierarchy3"/>
    <dgm:cxn modelId="{94E87E40-E3E5-4173-A811-2B6078735D14}" type="presParOf" srcId="{439040DC-7537-493E-89C5-8961753A6BD7}" destId="{61DE5ADA-C3A6-464D-A725-7811D3EB1845}" srcOrd="1" destOrd="0" presId="urn:microsoft.com/office/officeart/2005/8/layout/hierarchy3"/>
    <dgm:cxn modelId="{E6BB4E0C-F576-4517-BEC2-BC0CD70E25EB}" type="presParOf" srcId="{FA97A062-CC9E-4B18-9B8A-C137CC8EC621}" destId="{5ABF4FCB-6683-4FE2-A888-ADC25F27FC9D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CD33BC-49D8-4056-8B55-F7969F894A80}">
      <dsp:nvSpPr>
        <dsp:cNvPr id="0" name=""/>
        <dsp:cNvSpPr/>
      </dsp:nvSpPr>
      <dsp:spPr>
        <a:xfrm>
          <a:off x="0" y="1177616"/>
          <a:ext cx="4328932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43EE21-3F30-4ADA-A827-A943604287BE}">
      <dsp:nvSpPr>
        <dsp:cNvPr id="0" name=""/>
        <dsp:cNvSpPr/>
      </dsp:nvSpPr>
      <dsp:spPr>
        <a:xfrm>
          <a:off x="216446" y="926696"/>
          <a:ext cx="3030252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536" tIns="0" rIns="114536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Introduction</a:t>
          </a:r>
        </a:p>
      </dsp:txBody>
      <dsp:txXfrm>
        <a:off x="240944" y="951194"/>
        <a:ext cx="2981256" cy="452844"/>
      </dsp:txXfrm>
    </dsp:sp>
    <dsp:sp modelId="{8573A98B-C1E9-47A5-A259-369F81606D34}">
      <dsp:nvSpPr>
        <dsp:cNvPr id="0" name=""/>
        <dsp:cNvSpPr/>
      </dsp:nvSpPr>
      <dsp:spPr>
        <a:xfrm>
          <a:off x="0" y="1948736"/>
          <a:ext cx="4328932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B55CC5-EB26-436D-A987-E31A7216A592}">
      <dsp:nvSpPr>
        <dsp:cNvPr id="0" name=""/>
        <dsp:cNvSpPr/>
      </dsp:nvSpPr>
      <dsp:spPr>
        <a:xfrm>
          <a:off x="216446" y="1697816"/>
          <a:ext cx="3030252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536" tIns="0" rIns="114536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Methodology</a:t>
          </a:r>
        </a:p>
      </dsp:txBody>
      <dsp:txXfrm>
        <a:off x="240944" y="1722314"/>
        <a:ext cx="2981256" cy="452844"/>
      </dsp:txXfrm>
    </dsp:sp>
    <dsp:sp modelId="{7043633D-C09E-4EEA-B6FC-F75306F5E6CB}">
      <dsp:nvSpPr>
        <dsp:cNvPr id="0" name=""/>
        <dsp:cNvSpPr/>
      </dsp:nvSpPr>
      <dsp:spPr>
        <a:xfrm>
          <a:off x="0" y="2719856"/>
          <a:ext cx="4328932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33ECBA-981A-491B-BBFB-F4F15F16525C}">
      <dsp:nvSpPr>
        <dsp:cNvPr id="0" name=""/>
        <dsp:cNvSpPr/>
      </dsp:nvSpPr>
      <dsp:spPr>
        <a:xfrm>
          <a:off x="216446" y="2468936"/>
          <a:ext cx="3030252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536" tIns="0" rIns="114536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Data Analysis</a:t>
          </a:r>
        </a:p>
      </dsp:txBody>
      <dsp:txXfrm>
        <a:off x="240944" y="2493434"/>
        <a:ext cx="2981256" cy="452844"/>
      </dsp:txXfrm>
    </dsp:sp>
    <dsp:sp modelId="{D2C36C32-5D02-4391-8CE5-379949CCFE33}">
      <dsp:nvSpPr>
        <dsp:cNvPr id="0" name=""/>
        <dsp:cNvSpPr/>
      </dsp:nvSpPr>
      <dsp:spPr>
        <a:xfrm>
          <a:off x="0" y="3490977"/>
          <a:ext cx="4328932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8C782F-C632-4612-A037-4A37CAB49399}">
      <dsp:nvSpPr>
        <dsp:cNvPr id="0" name=""/>
        <dsp:cNvSpPr/>
      </dsp:nvSpPr>
      <dsp:spPr>
        <a:xfrm>
          <a:off x="216446" y="3240057"/>
          <a:ext cx="3030252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536" tIns="0" rIns="114536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1700" kern="1200" dirty="0"/>
            <a:t>Business Strategy Advisory</a:t>
          </a:r>
        </a:p>
      </dsp:txBody>
      <dsp:txXfrm>
        <a:off x="240944" y="3264555"/>
        <a:ext cx="2981256" cy="452844"/>
      </dsp:txXfrm>
    </dsp:sp>
    <dsp:sp modelId="{8D073C50-22C2-488F-9C5A-E0A7D9150940}">
      <dsp:nvSpPr>
        <dsp:cNvPr id="0" name=""/>
        <dsp:cNvSpPr/>
      </dsp:nvSpPr>
      <dsp:spPr>
        <a:xfrm>
          <a:off x="0" y="4262097"/>
          <a:ext cx="4328932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405667-D4CB-43A6-979F-611E4B7FDAD0}">
      <dsp:nvSpPr>
        <dsp:cNvPr id="0" name=""/>
        <dsp:cNvSpPr/>
      </dsp:nvSpPr>
      <dsp:spPr>
        <a:xfrm>
          <a:off x="216446" y="4011177"/>
          <a:ext cx="3030252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536" tIns="0" rIns="114536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Final tips &amp; takeaways</a:t>
          </a:r>
        </a:p>
      </dsp:txBody>
      <dsp:txXfrm>
        <a:off x="240944" y="4035675"/>
        <a:ext cx="2981256" cy="4528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B51D85-D1E6-40E2-93FD-FA61F8455CE0}">
      <dsp:nvSpPr>
        <dsp:cNvPr id="0" name=""/>
        <dsp:cNvSpPr/>
      </dsp:nvSpPr>
      <dsp:spPr>
        <a:xfrm>
          <a:off x="0" y="1567"/>
          <a:ext cx="5066419" cy="79462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95282E-A4F8-401A-9EF4-341232E56106}">
      <dsp:nvSpPr>
        <dsp:cNvPr id="0" name=""/>
        <dsp:cNvSpPr/>
      </dsp:nvSpPr>
      <dsp:spPr>
        <a:xfrm>
          <a:off x="240375" y="180359"/>
          <a:ext cx="437045" cy="43704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753DC2-E246-4CFB-A04B-E3BE997684E6}">
      <dsp:nvSpPr>
        <dsp:cNvPr id="0" name=""/>
        <dsp:cNvSpPr/>
      </dsp:nvSpPr>
      <dsp:spPr>
        <a:xfrm>
          <a:off x="917796" y="1567"/>
          <a:ext cx="4148622" cy="794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098" tIns="84098" rIns="84098" bIns="8409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E-Commerce generated $1.5 Billion Revenue in 2025</a:t>
          </a:r>
        </a:p>
      </dsp:txBody>
      <dsp:txXfrm>
        <a:off x="917796" y="1567"/>
        <a:ext cx="4148622" cy="794628"/>
      </dsp:txXfrm>
    </dsp:sp>
    <dsp:sp modelId="{DB545BB5-E7AD-42B9-87CF-845775649E7E}">
      <dsp:nvSpPr>
        <dsp:cNvPr id="0" name=""/>
        <dsp:cNvSpPr/>
      </dsp:nvSpPr>
      <dsp:spPr>
        <a:xfrm>
          <a:off x="0" y="994853"/>
          <a:ext cx="5066419" cy="79462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143C55-B8F9-467F-B107-599BF7698AD1}">
      <dsp:nvSpPr>
        <dsp:cNvPr id="0" name=""/>
        <dsp:cNvSpPr/>
      </dsp:nvSpPr>
      <dsp:spPr>
        <a:xfrm>
          <a:off x="240375" y="1173645"/>
          <a:ext cx="437045" cy="43704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15736A-F64E-44FA-B9E8-28BBD1926115}">
      <dsp:nvSpPr>
        <dsp:cNvPr id="0" name=""/>
        <dsp:cNvSpPr/>
      </dsp:nvSpPr>
      <dsp:spPr>
        <a:xfrm>
          <a:off x="917796" y="994853"/>
          <a:ext cx="4148622" cy="794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098" tIns="84098" rIns="84098" bIns="8409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Biggest Business Segment in the Company</a:t>
          </a:r>
        </a:p>
      </dsp:txBody>
      <dsp:txXfrm>
        <a:off x="917796" y="994853"/>
        <a:ext cx="4148622" cy="794628"/>
      </dsp:txXfrm>
    </dsp:sp>
    <dsp:sp modelId="{AF2846C9-F62D-4067-AA5A-123995BF02DD}">
      <dsp:nvSpPr>
        <dsp:cNvPr id="0" name=""/>
        <dsp:cNvSpPr/>
      </dsp:nvSpPr>
      <dsp:spPr>
        <a:xfrm>
          <a:off x="0" y="1988139"/>
          <a:ext cx="5066419" cy="79462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61F53E-C900-4535-AC79-CE0500D29430}">
      <dsp:nvSpPr>
        <dsp:cNvPr id="0" name=""/>
        <dsp:cNvSpPr/>
      </dsp:nvSpPr>
      <dsp:spPr>
        <a:xfrm>
          <a:off x="240375" y="2166931"/>
          <a:ext cx="437045" cy="43704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B28801-076D-4980-9BA2-744BF73AC849}">
      <dsp:nvSpPr>
        <dsp:cNvPr id="0" name=""/>
        <dsp:cNvSpPr/>
      </dsp:nvSpPr>
      <dsp:spPr>
        <a:xfrm>
          <a:off x="917796" y="1988139"/>
          <a:ext cx="4148622" cy="794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098" tIns="84098" rIns="84098" bIns="8409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Books are highest earning with $129 Million in Revenue</a:t>
          </a:r>
        </a:p>
      </dsp:txBody>
      <dsp:txXfrm>
        <a:off x="917796" y="1988139"/>
        <a:ext cx="4148622" cy="794628"/>
      </dsp:txXfrm>
    </dsp:sp>
    <dsp:sp modelId="{E316E6D5-FD47-4C28-8AF6-BDE8A71F75FB}">
      <dsp:nvSpPr>
        <dsp:cNvPr id="0" name=""/>
        <dsp:cNvSpPr/>
      </dsp:nvSpPr>
      <dsp:spPr>
        <a:xfrm>
          <a:off x="0" y="2981425"/>
          <a:ext cx="5066419" cy="79462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680306-BEEF-4362-B66E-57FFDF29F2F2}">
      <dsp:nvSpPr>
        <dsp:cNvPr id="0" name=""/>
        <dsp:cNvSpPr/>
      </dsp:nvSpPr>
      <dsp:spPr>
        <a:xfrm>
          <a:off x="240375" y="3160216"/>
          <a:ext cx="437045" cy="43704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D4D591-2F79-48C7-9FE3-B86418DBEF6E}">
      <dsp:nvSpPr>
        <dsp:cNvPr id="0" name=""/>
        <dsp:cNvSpPr/>
      </dsp:nvSpPr>
      <dsp:spPr>
        <a:xfrm>
          <a:off x="917796" y="2981425"/>
          <a:ext cx="4148622" cy="794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098" tIns="84098" rIns="84098" bIns="8409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Data Analysis to identify Business Direction and adjustment of Operations</a:t>
          </a:r>
        </a:p>
      </dsp:txBody>
      <dsp:txXfrm>
        <a:off x="917796" y="2981425"/>
        <a:ext cx="4148622" cy="7946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D147AB-6FE8-4D38-94C5-653F3CE5FEF4}">
      <dsp:nvSpPr>
        <dsp:cNvPr id="0" name=""/>
        <dsp:cNvSpPr/>
      </dsp:nvSpPr>
      <dsp:spPr>
        <a:xfrm>
          <a:off x="0" y="43450"/>
          <a:ext cx="4625882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Tableau Interactive Dashboard Visual Aids</a:t>
          </a:r>
        </a:p>
      </dsp:txBody>
      <dsp:txXfrm>
        <a:off x="42722" y="86172"/>
        <a:ext cx="4540438" cy="789716"/>
      </dsp:txXfrm>
    </dsp:sp>
    <dsp:sp modelId="{DE0523F1-E6FE-486E-9CAC-C18A154EABB5}">
      <dsp:nvSpPr>
        <dsp:cNvPr id="0" name=""/>
        <dsp:cNvSpPr/>
      </dsp:nvSpPr>
      <dsp:spPr>
        <a:xfrm>
          <a:off x="0" y="981970"/>
          <a:ext cx="4625882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Sklearn Regression Analysis</a:t>
          </a:r>
        </a:p>
      </dsp:txBody>
      <dsp:txXfrm>
        <a:off x="42722" y="1024692"/>
        <a:ext cx="4540438" cy="789716"/>
      </dsp:txXfrm>
    </dsp:sp>
    <dsp:sp modelId="{4C730077-4F86-417F-AA2D-CA8B2B4B31C9}">
      <dsp:nvSpPr>
        <dsp:cNvPr id="0" name=""/>
        <dsp:cNvSpPr/>
      </dsp:nvSpPr>
      <dsp:spPr>
        <a:xfrm>
          <a:off x="0" y="1920491"/>
          <a:ext cx="4625882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2200" kern="1200" dirty="0"/>
            <a:t>Product Segmentation Machine Learning Model</a:t>
          </a:r>
        </a:p>
      </dsp:txBody>
      <dsp:txXfrm>
        <a:off x="42722" y="1963213"/>
        <a:ext cx="4540438" cy="789716"/>
      </dsp:txXfrm>
    </dsp:sp>
    <dsp:sp modelId="{BCB7F865-88B3-4403-B590-0E1D023DA059}">
      <dsp:nvSpPr>
        <dsp:cNvPr id="0" name=""/>
        <dsp:cNvSpPr/>
      </dsp:nvSpPr>
      <dsp:spPr>
        <a:xfrm>
          <a:off x="0" y="2859011"/>
          <a:ext cx="4625882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Tensorflow</a:t>
          </a:r>
          <a:r>
            <a:rPr lang="en-US" sz="2200" kern="1200" dirty="0"/>
            <a:t> Deep Learning Revenue Forecasting Model</a:t>
          </a:r>
        </a:p>
      </dsp:txBody>
      <dsp:txXfrm>
        <a:off x="42722" y="2901733"/>
        <a:ext cx="4540438" cy="78971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D147AB-6FE8-4D38-94C5-653F3CE5FEF4}">
      <dsp:nvSpPr>
        <dsp:cNvPr id="0" name=""/>
        <dsp:cNvSpPr/>
      </dsp:nvSpPr>
      <dsp:spPr>
        <a:xfrm>
          <a:off x="0" y="512710"/>
          <a:ext cx="4625882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Books have the highest number of products, sales, and revenue</a:t>
          </a:r>
        </a:p>
      </dsp:txBody>
      <dsp:txXfrm>
        <a:off x="42722" y="555432"/>
        <a:ext cx="4540438" cy="789716"/>
      </dsp:txXfrm>
    </dsp:sp>
    <dsp:sp modelId="{DE0523F1-E6FE-486E-9CAC-C18A154EABB5}">
      <dsp:nvSpPr>
        <dsp:cNvPr id="0" name=""/>
        <dsp:cNvSpPr/>
      </dsp:nvSpPr>
      <dsp:spPr>
        <a:xfrm>
          <a:off x="0" y="1451231"/>
          <a:ext cx="4625882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Sports are second in revenue</a:t>
          </a:r>
        </a:p>
      </dsp:txBody>
      <dsp:txXfrm>
        <a:off x="42722" y="1493953"/>
        <a:ext cx="4540438" cy="789716"/>
      </dsp:txXfrm>
    </dsp:sp>
    <dsp:sp modelId="{BCB7F865-88B3-4403-B590-0E1D023DA059}">
      <dsp:nvSpPr>
        <dsp:cNvPr id="0" name=""/>
        <dsp:cNvSpPr/>
      </dsp:nvSpPr>
      <dsp:spPr>
        <a:xfrm>
          <a:off x="0" y="2389751"/>
          <a:ext cx="4625882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Clothing and Home &amp; Kitchen are the weakest </a:t>
          </a:r>
        </a:p>
      </dsp:txBody>
      <dsp:txXfrm>
        <a:off x="42722" y="2432473"/>
        <a:ext cx="4540438" cy="78971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E2654F-19E2-4124-8B35-7C60CAA484E9}">
      <dsp:nvSpPr>
        <dsp:cNvPr id="0" name=""/>
        <dsp:cNvSpPr/>
      </dsp:nvSpPr>
      <dsp:spPr>
        <a:xfrm>
          <a:off x="0" y="474"/>
          <a:ext cx="8915400" cy="111007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89C1AA-AA9A-4245-B618-89EA6A133185}">
      <dsp:nvSpPr>
        <dsp:cNvPr id="0" name=""/>
        <dsp:cNvSpPr/>
      </dsp:nvSpPr>
      <dsp:spPr>
        <a:xfrm>
          <a:off x="335796" y="250240"/>
          <a:ext cx="610539" cy="6105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9841C9-908D-42BE-B509-F738ED7F1ECF}">
      <dsp:nvSpPr>
        <dsp:cNvPr id="0" name=""/>
        <dsp:cNvSpPr/>
      </dsp:nvSpPr>
      <dsp:spPr>
        <a:xfrm>
          <a:off x="1282132" y="474"/>
          <a:ext cx="7633267" cy="1110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483" tIns="117483" rIns="117483" bIns="11748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2500" kern="1200"/>
            <a:t>Clothing: Higher Review Score then Lower Sales</a:t>
          </a:r>
          <a:endParaRPr lang="en-US" sz="2500" kern="1200"/>
        </a:p>
      </dsp:txBody>
      <dsp:txXfrm>
        <a:off x="1282132" y="474"/>
        <a:ext cx="7633267" cy="1110071"/>
      </dsp:txXfrm>
    </dsp:sp>
    <dsp:sp modelId="{151D0AE1-1A1A-424B-9F60-89C7FA9EE386}">
      <dsp:nvSpPr>
        <dsp:cNvPr id="0" name=""/>
        <dsp:cNvSpPr/>
      </dsp:nvSpPr>
      <dsp:spPr>
        <a:xfrm>
          <a:off x="0" y="1388064"/>
          <a:ext cx="8915400" cy="111007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682C57-A9E1-4250-B4A2-000463E6596B}">
      <dsp:nvSpPr>
        <dsp:cNvPr id="0" name=""/>
        <dsp:cNvSpPr/>
      </dsp:nvSpPr>
      <dsp:spPr>
        <a:xfrm>
          <a:off x="335796" y="1637830"/>
          <a:ext cx="610539" cy="6105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86D6A6-1EC8-4781-BBDB-AB060D3E7027}">
      <dsp:nvSpPr>
        <dsp:cNvPr id="0" name=""/>
        <dsp:cNvSpPr/>
      </dsp:nvSpPr>
      <dsp:spPr>
        <a:xfrm>
          <a:off x="1282132" y="1388064"/>
          <a:ext cx="7633267" cy="1110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483" tIns="117483" rIns="117483" bIns="11748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2500" kern="1200"/>
            <a:t>Clothing: Only Category that Higher Price then Lower Sales</a:t>
          </a:r>
          <a:endParaRPr lang="en-US" sz="2500" kern="1200"/>
        </a:p>
      </dsp:txBody>
      <dsp:txXfrm>
        <a:off x="1282132" y="1388064"/>
        <a:ext cx="7633267" cy="1110071"/>
      </dsp:txXfrm>
    </dsp:sp>
    <dsp:sp modelId="{6559A6CE-2439-4A0E-807A-52D4FF11722D}">
      <dsp:nvSpPr>
        <dsp:cNvPr id="0" name=""/>
        <dsp:cNvSpPr/>
      </dsp:nvSpPr>
      <dsp:spPr>
        <a:xfrm>
          <a:off x="0" y="2775653"/>
          <a:ext cx="8915400" cy="111007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C64CEF-819A-48EF-9638-84AE60A7953B}">
      <dsp:nvSpPr>
        <dsp:cNvPr id="0" name=""/>
        <dsp:cNvSpPr/>
      </dsp:nvSpPr>
      <dsp:spPr>
        <a:xfrm>
          <a:off x="335796" y="3025419"/>
          <a:ext cx="610539" cy="6105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2FDA8A-ED3F-4E08-85CE-AD8093E44470}">
      <dsp:nvSpPr>
        <dsp:cNvPr id="0" name=""/>
        <dsp:cNvSpPr/>
      </dsp:nvSpPr>
      <dsp:spPr>
        <a:xfrm>
          <a:off x="1282132" y="2775653"/>
          <a:ext cx="7633267" cy="1110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483" tIns="117483" rIns="117483" bIns="11748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HK" sz="2500" kern="1200" dirty="0"/>
            <a:t>Price has greater contribution to Revenue than Sales Volume</a:t>
          </a:r>
          <a:endParaRPr lang="en-US" sz="2500" kern="1200" dirty="0"/>
        </a:p>
      </dsp:txBody>
      <dsp:txXfrm>
        <a:off x="1282132" y="2775653"/>
        <a:ext cx="7633267" cy="111007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D147AB-6FE8-4D38-94C5-653F3CE5FEF4}">
      <dsp:nvSpPr>
        <dsp:cNvPr id="0" name=""/>
        <dsp:cNvSpPr/>
      </dsp:nvSpPr>
      <dsp:spPr>
        <a:xfrm>
          <a:off x="0" y="0"/>
          <a:ext cx="4544443" cy="9136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Top 2 in Revenue</a:t>
          </a:r>
        </a:p>
      </dsp:txBody>
      <dsp:txXfrm>
        <a:off x="44602" y="44602"/>
        <a:ext cx="4455239" cy="824474"/>
      </dsp:txXfrm>
    </dsp:sp>
    <dsp:sp modelId="{DE0523F1-E6FE-486E-9CAC-C18A154EABB5}">
      <dsp:nvSpPr>
        <dsp:cNvPr id="0" name=""/>
        <dsp:cNvSpPr/>
      </dsp:nvSpPr>
      <dsp:spPr>
        <a:xfrm>
          <a:off x="0" y="998330"/>
          <a:ext cx="4544443" cy="9136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Not Necessity</a:t>
          </a:r>
        </a:p>
      </dsp:txBody>
      <dsp:txXfrm>
        <a:off x="44602" y="1042932"/>
        <a:ext cx="4455239" cy="824474"/>
      </dsp:txXfrm>
    </dsp:sp>
    <dsp:sp modelId="{BCB7F865-88B3-4403-B590-0E1D023DA059}">
      <dsp:nvSpPr>
        <dsp:cNvPr id="0" name=""/>
        <dsp:cNvSpPr/>
      </dsp:nvSpPr>
      <dsp:spPr>
        <a:xfrm>
          <a:off x="0" y="1994400"/>
          <a:ext cx="4544443" cy="9136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Revenue will be affected by Economies</a:t>
          </a:r>
        </a:p>
      </dsp:txBody>
      <dsp:txXfrm>
        <a:off x="44602" y="2039002"/>
        <a:ext cx="4455239" cy="82447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D147AB-6FE8-4D38-94C5-653F3CE5FEF4}">
      <dsp:nvSpPr>
        <dsp:cNvPr id="0" name=""/>
        <dsp:cNvSpPr/>
      </dsp:nvSpPr>
      <dsp:spPr>
        <a:xfrm>
          <a:off x="0" y="2"/>
          <a:ext cx="4635881" cy="695565"/>
        </a:xfrm>
        <a:prstGeom prst="roundRect">
          <a:avLst/>
        </a:prstGeom>
        <a:solidFill>
          <a:srgbClr val="92D050"/>
        </a:solidFill>
        <a:ln w="15875" cap="rnd" cmpd="sng" algn="ctr">
          <a:solidFill>
            <a:srgbClr val="92D05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Bottom 2 in Revenue</a:t>
          </a:r>
        </a:p>
      </dsp:txBody>
      <dsp:txXfrm>
        <a:off x="33955" y="33957"/>
        <a:ext cx="4567971" cy="627655"/>
      </dsp:txXfrm>
    </dsp:sp>
    <dsp:sp modelId="{DE0523F1-E6FE-486E-9CAC-C18A154EABB5}">
      <dsp:nvSpPr>
        <dsp:cNvPr id="0" name=""/>
        <dsp:cNvSpPr/>
      </dsp:nvSpPr>
      <dsp:spPr>
        <a:xfrm>
          <a:off x="0" y="1108800"/>
          <a:ext cx="4635881" cy="695565"/>
        </a:xfrm>
        <a:prstGeom prst="roundRect">
          <a:avLst/>
        </a:prstGeom>
        <a:solidFill>
          <a:srgbClr val="92D050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Necessities</a:t>
          </a:r>
        </a:p>
      </dsp:txBody>
      <dsp:txXfrm>
        <a:off x="33955" y="1142755"/>
        <a:ext cx="4567971" cy="627655"/>
      </dsp:txXfrm>
    </dsp:sp>
    <dsp:sp modelId="{BCB7F865-88B3-4403-B590-0E1D023DA059}">
      <dsp:nvSpPr>
        <dsp:cNvPr id="0" name=""/>
        <dsp:cNvSpPr/>
      </dsp:nvSpPr>
      <dsp:spPr>
        <a:xfrm>
          <a:off x="0" y="2214000"/>
          <a:ext cx="4635881" cy="695565"/>
        </a:xfrm>
        <a:prstGeom prst="roundRect">
          <a:avLst/>
        </a:prstGeom>
        <a:solidFill>
          <a:srgbClr val="92D050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Stabilize Future Revenue</a:t>
          </a:r>
        </a:p>
      </dsp:txBody>
      <dsp:txXfrm>
        <a:off x="33955" y="2247955"/>
        <a:ext cx="4567971" cy="62765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BB8854-FCC2-4A7A-883A-5287CEE69887}">
      <dsp:nvSpPr>
        <dsp:cNvPr id="0" name=""/>
        <dsp:cNvSpPr/>
      </dsp:nvSpPr>
      <dsp:spPr>
        <a:xfrm>
          <a:off x="5012" y="519520"/>
          <a:ext cx="1709293" cy="85464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Expand Business in Clothes, Home &amp; Kitchen</a:t>
          </a:r>
        </a:p>
      </dsp:txBody>
      <dsp:txXfrm>
        <a:off x="30044" y="544552"/>
        <a:ext cx="1659229" cy="804582"/>
      </dsp:txXfrm>
    </dsp:sp>
    <dsp:sp modelId="{FB5AF382-661B-4666-BCDC-75A2C1990ED3}">
      <dsp:nvSpPr>
        <dsp:cNvPr id="0" name=""/>
        <dsp:cNvSpPr/>
      </dsp:nvSpPr>
      <dsp:spPr>
        <a:xfrm>
          <a:off x="175941" y="1374167"/>
          <a:ext cx="170929" cy="6409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40985"/>
              </a:lnTo>
              <a:lnTo>
                <a:pt x="170929" y="640985"/>
              </a:lnTo>
            </a:path>
          </a:pathLst>
        </a:custGeom>
        <a:noFill/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1087AE-B87A-44A4-A416-8627A32AD2E3}">
      <dsp:nvSpPr>
        <dsp:cNvPr id="0" name=""/>
        <dsp:cNvSpPr/>
      </dsp:nvSpPr>
      <dsp:spPr>
        <a:xfrm>
          <a:off x="346871" y="1587828"/>
          <a:ext cx="1367434" cy="8546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Stabilize Revenue</a:t>
          </a:r>
        </a:p>
      </dsp:txBody>
      <dsp:txXfrm>
        <a:off x="371903" y="1612860"/>
        <a:ext cx="1317370" cy="804582"/>
      </dsp:txXfrm>
    </dsp:sp>
    <dsp:sp modelId="{6C118162-0D5A-4187-BEF4-AACA6C69E317}">
      <dsp:nvSpPr>
        <dsp:cNvPr id="0" name=""/>
        <dsp:cNvSpPr/>
      </dsp:nvSpPr>
      <dsp:spPr>
        <a:xfrm>
          <a:off x="2141629" y="519520"/>
          <a:ext cx="1709293" cy="85464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Advertising and Sales vary with data</a:t>
          </a:r>
        </a:p>
      </dsp:txBody>
      <dsp:txXfrm>
        <a:off x="2166661" y="544552"/>
        <a:ext cx="1659229" cy="804582"/>
      </dsp:txXfrm>
    </dsp:sp>
    <dsp:sp modelId="{764F669A-2558-4982-BD65-2EB323AFD23B}">
      <dsp:nvSpPr>
        <dsp:cNvPr id="0" name=""/>
        <dsp:cNvSpPr/>
      </dsp:nvSpPr>
      <dsp:spPr>
        <a:xfrm>
          <a:off x="2312558" y="1374167"/>
          <a:ext cx="170929" cy="6409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40985"/>
              </a:lnTo>
              <a:lnTo>
                <a:pt x="170929" y="640985"/>
              </a:lnTo>
            </a:path>
          </a:pathLst>
        </a:custGeom>
        <a:noFill/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CC56F9-6496-4ABA-A875-6BA84C2800B5}">
      <dsp:nvSpPr>
        <dsp:cNvPr id="0" name=""/>
        <dsp:cNvSpPr/>
      </dsp:nvSpPr>
      <dsp:spPr>
        <a:xfrm>
          <a:off x="2483488" y="1587828"/>
          <a:ext cx="1367434" cy="8546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Response to Market</a:t>
          </a:r>
        </a:p>
      </dsp:txBody>
      <dsp:txXfrm>
        <a:off x="2508520" y="1612860"/>
        <a:ext cx="1317370" cy="804582"/>
      </dsp:txXfrm>
    </dsp:sp>
    <dsp:sp modelId="{FD6C9CD8-1BAD-40A6-AEF5-61EF9FC89B2F}">
      <dsp:nvSpPr>
        <dsp:cNvPr id="0" name=""/>
        <dsp:cNvSpPr/>
      </dsp:nvSpPr>
      <dsp:spPr>
        <a:xfrm>
          <a:off x="4278246" y="519520"/>
          <a:ext cx="1709293" cy="85464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Financing at High-Months</a:t>
          </a:r>
        </a:p>
      </dsp:txBody>
      <dsp:txXfrm>
        <a:off x="4303278" y="544552"/>
        <a:ext cx="1659229" cy="804582"/>
      </dsp:txXfrm>
    </dsp:sp>
    <dsp:sp modelId="{6FDF9316-3A5F-4A99-A086-B9A3E922E9E7}">
      <dsp:nvSpPr>
        <dsp:cNvPr id="0" name=""/>
        <dsp:cNvSpPr/>
      </dsp:nvSpPr>
      <dsp:spPr>
        <a:xfrm>
          <a:off x="4449175" y="1374167"/>
          <a:ext cx="170929" cy="6409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40985"/>
              </a:lnTo>
              <a:lnTo>
                <a:pt x="170929" y="640985"/>
              </a:lnTo>
            </a:path>
          </a:pathLst>
        </a:custGeom>
        <a:noFill/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E8D34A-8912-4FBB-A097-5A281E082903}">
      <dsp:nvSpPr>
        <dsp:cNvPr id="0" name=""/>
        <dsp:cNvSpPr/>
      </dsp:nvSpPr>
      <dsp:spPr>
        <a:xfrm>
          <a:off x="4620104" y="1587828"/>
          <a:ext cx="1367434" cy="8546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Earn the Interest in Low-Times</a:t>
          </a:r>
        </a:p>
      </dsp:txBody>
      <dsp:txXfrm>
        <a:off x="4645136" y="1612860"/>
        <a:ext cx="1317370" cy="804582"/>
      </dsp:txXfrm>
    </dsp:sp>
    <dsp:sp modelId="{8EFEB087-BCC6-433A-817F-7608F0A0FB13}">
      <dsp:nvSpPr>
        <dsp:cNvPr id="0" name=""/>
        <dsp:cNvSpPr/>
      </dsp:nvSpPr>
      <dsp:spPr>
        <a:xfrm>
          <a:off x="6414863" y="519520"/>
          <a:ext cx="1709293" cy="85464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Advertise High-Rated Clothes</a:t>
          </a:r>
        </a:p>
      </dsp:txBody>
      <dsp:txXfrm>
        <a:off x="6439895" y="544552"/>
        <a:ext cx="1659229" cy="804582"/>
      </dsp:txXfrm>
    </dsp:sp>
    <dsp:sp modelId="{1AA08B75-AB8A-45EC-A9E4-0A54DF7DE171}">
      <dsp:nvSpPr>
        <dsp:cNvPr id="0" name=""/>
        <dsp:cNvSpPr/>
      </dsp:nvSpPr>
      <dsp:spPr>
        <a:xfrm>
          <a:off x="8551479" y="519520"/>
          <a:ext cx="1709293" cy="85464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Sell more Expensive Products</a:t>
          </a:r>
        </a:p>
      </dsp:txBody>
      <dsp:txXfrm>
        <a:off x="8576511" y="544552"/>
        <a:ext cx="1659229" cy="8045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16356-3B28-4AAF-8099-7941810E247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DA344-5FA2-43F7-9D95-CA56C82B0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6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44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634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045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4402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8523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083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479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7996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2980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9733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415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3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H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088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014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522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03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210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H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588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H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755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597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661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431837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2881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209898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4843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H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3334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5945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AAEB19-4B49-2801-9B15-7682CDF04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23C3EC-28B3-4644-8BE5-3288734B4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7468" y="486137"/>
            <a:ext cx="5427584" cy="3599727"/>
          </a:xfrm>
        </p:spPr>
        <p:txBody>
          <a:bodyPr anchor="b" anchorCtr="0">
            <a:noAutofit/>
          </a:bodyPr>
          <a:lstStyle>
            <a:lvl1pPr algn="l">
              <a:defRPr sz="4400"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64FCBF4-90E6-FFAA-143D-3A01CE5256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24774" y="-6713"/>
            <a:ext cx="6578801" cy="6894576"/>
          </a:xfrm>
          <a:custGeom>
            <a:avLst/>
            <a:gdLst>
              <a:gd name="connsiteX0" fmla="*/ 0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0 w 6613525"/>
              <a:gd name="connsiteY4" fmla="*/ 0 h 6858000"/>
              <a:gd name="connsiteX0" fmla="*/ 1875099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1875099 w 6613525"/>
              <a:gd name="connsiteY4" fmla="*/ 0 h 6858000"/>
              <a:gd name="connsiteX0" fmla="*/ 1840375 w 6578801"/>
              <a:gd name="connsiteY0" fmla="*/ 0 h 6869575"/>
              <a:gd name="connsiteX1" fmla="*/ 6578801 w 6578801"/>
              <a:gd name="connsiteY1" fmla="*/ 0 h 6869575"/>
              <a:gd name="connsiteX2" fmla="*/ 6578801 w 6578801"/>
              <a:gd name="connsiteY2" fmla="*/ 6858000 h 6869575"/>
              <a:gd name="connsiteX3" fmla="*/ 0 w 6578801"/>
              <a:gd name="connsiteY3" fmla="*/ 6869575 h 6869575"/>
              <a:gd name="connsiteX4" fmla="*/ 1840375 w 6578801"/>
              <a:gd name="connsiteY4" fmla="*/ 0 h 686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801" h="6869575">
                <a:moveTo>
                  <a:pt x="1840375" y="0"/>
                </a:moveTo>
                <a:lnTo>
                  <a:pt x="6578801" y="0"/>
                </a:lnTo>
                <a:lnTo>
                  <a:pt x="6578801" y="6858000"/>
                </a:lnTo>
                <a:lnTo>
                  <a:pt x="0" y="6869575"/>
                </a:lnTo>
                <a:lnTo>
                  <a:pt x="1840375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956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E1BBEEFE-AE8A-8083-54B6-DBE9BC0E9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2863" y="0"/>
            <a:ext cx="4658392" cy="6858000"/>
          </a:xfrm>
          <a:custGeom>
            <a:avLst/>
            <a:gdLst>
              <a:gd name="connsiteX0" fmla="*/ 0 w 4658392"/>
              <a:gd name="connsiteY0" fmla="*/ 0 h 6858000"/>
              <a:gd name="connsiteX1" fmla="*/ 4658392 w 4658392"/>
              <a:gd name="connsiteY1" fmla="*/ 0 h 6858000"/>
              <a:gd name="connsiteX2" fmla="*/ 2820797 w 4658392"/>
              <a:gd name="connsiteY2" fmla="*/ 6858000 h 6858000"/>
              <a:gd name="connsiteX3" fmla="*/ 0 w 4658392"/>
              <a:gd name="connsiteY3" fmla="*/ 6858000 h 6858000"/>
              <a:gd name="connsiteX4" fmla="*/ 0 w 465839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58392" h="6858000">
                <a:moveTo>
                  <a:pt x="0" y="0"/>
                </a:moveTo>
                <a:lnTo>
                  <a:pt x="4658392" y="0"/>
                </a:lnTo>
                <a:lnTo>
                  <a:pt x="282079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4FF31D-04D7-B1F4-53B1-AA4170602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F040EF-92FF-AEA1-BBA6-A4B739E11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A59A84-C321-FDF9-555F-1FB322EBB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9286"/>
            <a:ext cx="3200400" cy="5617193"/>
          </a:xfrm>
        </p:spPr>
        <p:txBody>
          <a:bodyPr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23412" y="509286"/>
            <a:ext cx="4328932" cy="5617194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60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40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20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60CD5A6-A0E4-A658-65B1-0D6C053316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48813" y="-22860"/>
            <a:ext cx="265176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6326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6EC6AF9-CC07-5258-9160-8C6391530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BC6DCCE-3025-75FB-9405-8D51DCD63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16CCC3-736F-49AC-F079-9A090DAA8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BF578A-ADDB-6713-E5AD-0FF27EDC2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743671"/>
            <a:ext cx="9144000" cy="3361254"/>
          </a:xfrm>
        </p:spPr>
        <p:txBody>
          <a:bodyPr anchor="b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7620" y="4766434"/>
            <a:ext cx="12207240" cy="2121408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12325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CBD635-4863-B127-5668-D2C7DA8CD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629720-DD91-8012-686D-AABA43987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0911820" y="0"/>
            <a:ext cx="913577" cy="68580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0117" y="185195"/>
            <a:ext cx="6930838" cy="150549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B27827-7491-B1C2-D9C5-975A9FF66E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8788" y="-22860"/>
            <a:ext cx="329184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D4D4555-A25D-09B6-36AF-5977189F2DD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0116" y="2022395"/>
            <a:ext cx="6941703" cy="429768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500"/>
              </a:spcAft>
              <a:buFont typeface="Arial" panose="020B0604020202020204" pitchFamily="34" charset="0"/>
              <a:buChar char="•"/>
              <a:defRPr sz="1800"/>
            </a:lvl1pPr>
            <a:lvl2pPr>
              <a:spcBef>
                <a:spcPts val="1000"/>
              </a:spcBef>
              <a:spcAft>
                <a:spcPts val="1500"/>
              </a:spcAft>
              <a:defRPr sz="1800"/>
            </a:lvl2pPr>
            <a:lvl3pPr>
              <a:spcBef>
                <a:spcPts val="1000"/>
              </a:spcBef>
              <a:spcAft>
                <a:spcPts val="1500"/>
              </a:spcAft>
              <a:defRPr sz="1800"/>
            </a:lvl3pPr>
            <a:lvl4pPr>
              <a:spcBef>
                <a:spcPts val="1000"/>
              </a:spcBef>
              <a:spcAft>
                <a:spcPts val="1500"/>
              </a:spcAft>
              <a:defRPr sz="1800"/>
            </a:lvl4pPr>
            <a:lvl5pPr>
              <a:spcBef>
                <a:spcPts val="1000"/>
              </a:spcBef>
              <a:spcAft>
                <a:spcPts val="1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344433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3CF0EA4-D201-44E7-3558-D05CB4233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A643EA3-ACAA-539C-A041-266A895A2B1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81E18B-2347-8DB6-2A7F-3EAC100A4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072" y="528320"/>
            <a:ext cx="5028566" cy="3354992"/>
          </a:xfrm>
        </p:spPr>
        <p:txBody>
          <a:bodyPr anchor="b">
            <a:no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15072" y="4027992"/>
            <a:ext cx="5028565" cy="1894972"/>
          </a:xfrm>
        </p:spPr>
        <p:txBody>
          <a:bodyPr>
            <a:noAutofit/>
          </a:bodyPr>
          <a:lstStyle>
            <a:lvl1pPr marL="0" indent="0" algn="l">
              <a:buNone/>
              <a:defRPr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57326" y="-11576"/>
            <a:ext cx="4946249" cy="6903720"/>
          </a:xfrm>
          <a:custGeom>
            <a:avLst/>
            <a:gdLst>
              <a:gd name="connsiteX0" fmla="*/ 0 w 4977139"/>
              <a:gd name="connsiteY0" fmla="*/ 0 h 6858000"/>
              <a:gd name="connsiteX1" fmla="*/ 4977139 w 4977139"/>
              <a:gd name="connsiteY1" fmla="*/ 0 h 6858000"/>
              <a:gd name="connsiteX2" fmla="*/ 4977139 w 4977139"/>
              <a:gd name="connsiteY2" fmla="*/ 6858000 h 6858000"/>
              <a:gd name="connsiteX3" fmla="*/ 0 w 4977139"/>
              <a:gd name="connsiteY3" fmla="*/ 6858000 h 6858000"/>
              <a:gd name="connsiteX4" fmla="*/ 0 w 4977139"/>
              <a:gd name="connsiteY4" fmla="*/ 0 h 6858000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58000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92724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7139" h="6892724">
                <a:moveTo>
                  <a:pt x="0" y="0"/>
                </a:moveTo>
                <a:lnTo>
                  <a:pt x="4977139" y="0"/>
                </a:lnTo>
                <a:lnTo>
                  <a:pt x="4977139" y="6892724"/>
                </a:lnTo>
                <a:lnTo>
                  <a:pt x="1863524" y="6892724"/>
                </a:lnTo>
                <a:lnTo>
                  <a:pt x="0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2114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00B3A65-BB60-F2B4-4CF4-19A7C53F1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F1DB8D5-B954-BFC9-C8D8-F0491CCBE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07D69F-27D7-2C68-A17D-3F1399C8B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6645965" cy="132556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2055813"/>
            <a:ext cx="5781261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66991" y="-22860"/>
            <a:ext cx="4625008" cy="6903720"/>
          </a:xfrm>
        </p:spPr>
        <p:txBody>
          <a:bodyPr tIns="27432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8375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>
            <a:extLst>
              <a:ext uri="{FF2B5EF4-FFF2-40B4-BE49-F238E27FC236}">
                <a16:creationId xmlns:a16="http://schemas.microsoft.com/office/drawing/2014/main" id="{C4293765-78A6-5206-26C2-E8817B283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470792" cy="6858000"/>
          </a:xfrm>
          <a:custGeom>
            <a:avLst/>
            <a:gdLst>
              <a:gd name="connsiteX0" fmla="*/ 0 w 7470792"/>
              <a:gd name="connsiteY0" fmla="*/ 0 h 6858000"/>
              <a:gd name="connsiteX1" fmla="*/ 7470792 w 7470792"/>
              <a:gd name="connsiteY1" fmla="*/ 0 h 6858000"/>
              <a:gd name="connsiteX2" fmla="*/ 5633197 w 7470792"/>
              <a:gd name="connsiteY2" fmla="*/ 6858000 h 6858000"/>
              <a:gd name="connsiteX3" fmla="*/ 0 w 74707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70792" h="6858000">
                <a:moveTo>
                  <a:pt x="0" y="0"/>
                </a:moveTo>
                <a:lnTo>
                  <a:pt x="7470792" y="0"/>
                </a:lnTo>
                <a:lnTo>
                  <a:pt x="563319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n>
                <a:noFill/>
              </a:ln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B4E351F-7451-86A3-5271-0D00B9EFA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A860223-A40E-30ED-6832-0825A930B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B6907E-F17B-783E-D454-DFC62D097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6B12211-7E94-9534-6F2D-2AFD2EBE3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6580245-E985-EC3F-9385-D0F517F0C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5A82A3-E3DF-978F-4BD7-10E0F1075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DC40AE-D1CB-7535-22E2-E6D910FB8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685800"/>
            <a:ext cx="9144000" cy="3136738"/>
          </a:xfrm>
        </p:spPr>
        <p:txBody>
          <a:bodyPr anchor="b">
            <a:noAutofit/>
          </a:bodyPr>
          <a:lstStyle>
            <a:lvl1pPr algn="ctr">
              <a:defRPr sz="44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978800"/>
            <a:ext cx="9144000" cy="1965960"/>
          </a:xfrm>
        </p:spPr>
        <p:txBody>
          <a:bodyPr>
            <a:noAutofit/>
          </a:bodyPr>
          <a:lstStyle>
            <a:lvl1pPr marL="0" indent="0" algn="ctr">
              <a:buNone/>
              <a:defRPr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6685633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E49FCE-658C-FF5A-6405-3D10F1AC1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03C516-D418-5E3E-1E4E-1DF846433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7BF5B15-0E8A-A82C-6E9C-FCF3FBAAD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54B33CA-9490-C8E1-FE4F-06367AF29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586824F-3198-FE44-5A4A-70312048D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58CD71-6E97-B6A9-11B6-867ED408D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9FDAA6-BDE8-D6C3-17CD-F87BFB54F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2A0738D-E9A9-14B7-4739-62E402B0C2D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4961" y="2032663"/>
            <a:ext cx="4463005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A766D4CB-8BCE-C6EE-EF57-A8A819EBD36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41720" y="2032663"/>
            <a:ext cx="5212080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5253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45A11E-9896-BD8B-8CC6-A79C124D8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386022B-53D6-6CE0-2093-873FC64A5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BD4BD8F-684C-A145-3376-9E69B0E5B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E7C1DA9-2A25-EE21-085B-8857DC1AD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F236BB3-E567-A8A9-5EC2-BCEF79CFC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4A87C9F-C765-C63C-951E-70721DDAC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4425665-0C9C-3899-9DB9-ED05D91E2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330405" cy="132556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137059"/>
            <a:ext cx="2816352" cy="398624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109014" y="2137059"/>
            <a:ext cx="7059592" cy="398624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dirty="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5011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9C8ABD-000F-7A94-A7B0-9589F4FEFD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C3A554-E5A9-B3CB-913D-45DBFBA79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3A8DF3-F55A-2494-C55D-8FB94BBC6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79DC86E-6F8A-B036-5CB2-AA8A79837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9E0C03-C633-9356-4E28-678BAB7A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C8A4F7-6C4C-719B-298F-3B81223D1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7E5D8B-D6BC-19AE-C0C9-249A556170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7A6C5266-7ECA-B150-2C0F-8670F43AC82D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8200" y="1987669"/>
            <a:ext cx="6974711" cy="429767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800"/>
            </a:lvl2pPr>
            <a:lvl3pPr>
              <a:spcBef>
                <a:spcPts val="1000"/>
              </a:spcBef>
              <a:spcAft>
                <a:spcPts val="500"/>
              </a:spcAft>
              <a:defRPr sz="1800"/>
            </a:lvl3pPr>
            <a:lvl4pPr>
              <a:spcBef>
                <a:spcPts val="1000"/>
              </a:spcBef>
              <a:spcAft>
                <a:spcPts val="500"/>
              </a:spcAft>
              <a:defRPr sz="1800"/>
            </a:lvl4pPr>
            <a:lvl5pPr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917085" y="1987670"/>
            <a:ext cx="3436716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4529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843C0D-8C0B-0B3C-7014-7B7217C0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7B715CF-E60F-DDAE-369E-BCC2CE4FF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BD8F5F-4228-6BB9-5EA6-553590898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F721F95-97C0-7151-B9F6-C088CEA1A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78AD50A-9C6A-454B-0CAD-EAB51844014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0" y="0"/>
            <a:ext cx="7816995" cy="6858000"/>
          </a:xfrm>
          <a:custGeom>
            <a:avLst/>
            <a:gdLst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0 w 7813675"/>
              <a:gd name="connsiteY3" fmla="*/ 6903720 h 6903720"/>
              <a:gd name="connsiteX4" fmla="*/ 0 w 7813675"/>
              <a:gd name="connsiteY4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98854 w 7813675"/>
              <a:gd name="connsiteY3" fmla="*/ 686716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803"/>
              <a:gd name="connsiteX1" fmla="*/ 7813675 w 7813675"/>
              <a:gd name="connsiteY1" fmla="*/ 0 h 6907803"/>
              <a:gd name="connsiteX2" fmla="*/ 7813675 w 7813675"/>
              <a:gd name="connsiteY2" fmla="*/ 6903720 h 6907803"/>
              <a:gd name="connsiteX3" fmla="*/ 809014 w 7813675"/>
              <a:gd name="connsiteY3" fmla="*/ 6907803 h 6907803"/>
              <a:gd name="connsiteX4" fmla="*/ 0 w 7813675"/>
              <a:gd name="connsiteY4" fmla="*/ 6903720 h 6907803"/>
              <a:gd name="connsiteX5" fmla="*/ 0 w 7813675"/>
              <a:gd name="connsiteY5" fmla="*/ 0 h 6907803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4043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385"/>
              <a:gd name="connsiteX1" fmla="*/ 7813675 w 7813675"/>
              <a:gd name="connsiteY1" fmla="*/ 0 h 6907385"/>
              <a:gd name="connsiteX2" fmla="*/ 7813675 w 7813675"/>
              <a:gd name="connsiteY2" fmla="*/ 6903720 h 6907385"/>
              <a:gd name="connsiteX3" fmla="*/ 6359380 w 7813675"/>
              <a:gd name="connsiteY3" fmla="*/ 6907385 h 6907385"/>
              <a:gd name="connsiteX4" fmla="*/ 740434 w 7813675"/>
              <a:gd name="connsiteY4" fmla="*/ 6898913 h 6907385"/>
              <a:gd name="connsiteX5" fmla="*/ 0 w 7813675"/>
              <a:gd name="connsiteY5" fmla="*/ 6903720 h 6907385"/>
              <a:gd name="connsiteX6" fmla="*/ 0 w 7813675"/>
              <a:gd name="connsiteY6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3320 w 7816995"/>
              <a:gd name="connsiteY5" fmla="*/ 690372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2899555 w 7816995"/>
              <a:gd name="connsiteY2" fmla="*/ 464820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16995" h="6907385">
                <a:moveTo>
                  <a:pt x="3320" y="0"/>
                </a:moveTo>
                <a:lnTo>
                  <a:pt x="7816995" y="0"/>
                </a:lnTo>
                <a:lnTo>
                  <a:pt x="2899555" y="4648200"/>
                </a:lnTo>
                <a:lnTo>
                  <a:pt x="6362700" y="6907385"/>
                </a:lnTo>
                <a:lnTo>
                  <a:pt x="743754" y="6898913"/>
                </a:lnTo>
                <a:lnTo>
                  <a:pt x="2876060" y="4644390"/>
                </a:lnTo>
                <a:cubicBezTo>
                  <a:pt x="1610033" y="3689302"/>
                  <a:pt x="1117437" y="3324763"/>
                  <a:pt x="0" y="2510645"/>
                </a:cubicBezTo>
                <a:cubicBezTo>
                  <a:pt x="1107" y="1673763"/>
                  <a:pt x="2213" y="836882"/>
                  <a:pt x="3320" y="0"/>
                </a:cubicBezTo>
                <a:close/>
              </a:path>
            </a:pathLst>
          </a:custGeom>
          <a:solidFill>
            <a:schemeClr val="tx2"/>
          </a:solidFill>
          <a:ln w="22225">
            <a:noFill/>
          </a:ln>
        </p:spPr>
        <p:txBody>
          <a:bodyPr lIns="274320" tIns="274320"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992" y="731562"/>
            <a:ext cx="4902843" cy="3526778"/>
          </a:xfrm>
          <a:noFill/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80992" y="4373217"/>
            <a:ext cx="4902843" cy="1753221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000"/>
              </a:spcBef>
              <a:defRPr sz="1600">
                <a:solidFill>
                  <a:schemeClr val="tx1"/>
                </a:solidFill>
              </a:defRPr>
            </a:lvl2pPr>
            <a:lvl3pPr>
              <a:spcBef>
                <a:spcPts val="10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000"/>
              </a:spcBef>
              <a:defRPr sz="1200">
                <a:solidFill>
                  <a:schemeClr val="tx1"/>
                </a:solidFill>
              </a:defRPr>
            </a:lvl4pPr>
            <a:lvl5pPr>
              <a:spcBef>
                <a:spcPts val="100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06219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HK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554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7" r:id="rId20"/>
    <p:sldLayoutId id="2147483768" r:id="rId21"/>
    <p:sldLayoutId id="2147483769" r:id="rId22"/>
    <p:sldLayoutId id="2147483770" r:id="rId23"/>
    <p:sldLayoutId id="2147483771" r:id="rId24"/>
    <p:sldLayoutId id="2147483773" r:id="rId25"/>
    <p:sldLayoutId id="2147483774" r:id="rId26"/>
    <p:sldLayoutId id="2147483776" r:id="rId2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4.pn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7.xml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12" Type="http://schemas.microsoft.com/office/2007/relationships/diagramDrawing" Target="../diagrams/drawing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Relationship Id="rId6" Type="http://schemas.openxmlformats.org/officeDocument/2006/relationships/diagramColors" Target="../diagrams/colors6.xml"/><Relationship Id="rId11" Type="http://schemas.openxmlformats.org/officeDocument/2006/relationships/diagramColors" Target="../diagrams/colors7.xml"/><Relationship Id="rId5" Type="http://schemas.openxmlformats.org/officeDocument/2006/relationships/diagramQuickStyle" Target="../diagrams/quickStyle6.xml"/><Relationship Id="rId10" Type="http://schemas.openxmlformats.org/officeDocument/2006/relationships/diagramQuickStyle" Target="../diagrams/quickStyle7.xml"/><Relationship Id="rId4" Type="http://schemas.openxmlformats.org/officeDocument/2006/relationships/diagramLayout" Target="../diagrams/layout6.xml"/><Relationship Id="rId9" Type="http://schemas.openxmlformats.org/officeDocument/2006/relationships/diagramLayout" Target="../diagrams/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FEC93CF-2672-7D78-F278-58C5E012E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4901" y="467834"/>
            <a:ext cx="6132605" cy="173842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>
                <a:solidFill>
                  <a:schemeClr val="tx2"/>
                </a:solidFill>
              </a:rPr>
              <a:t>E-Commerce Sales Analysis in 2025</a:t>
            </a:r>
            <a:endParaRPr lang="en-US">
              <a:solidFill>
                <a:schemeClr val="tx2"/>
              </a:solidFill>
            </a:endParaRPr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38B204C3-A424-8C38-6668-3AB7CE1AC15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7986"/>
          <a:stretch>
            <a:fillRect/>
          </a:stretch>
        </p:blipFill>
        <p:spPr>
          <a:xfrm>
            <a:off x="6938682" y="10"/>
            <a:ext cx="5253320" cy="6857990"/>
          </a:xfrm>
          <a:custGeom>
            <a:avLst/>
            <a:gdLst/>
            <a:ahLst/>
            <a:cxnLst/>
            <a:rect l="l" t="t" r="r" b="b"/>
            <a:pathLst>
              <a:path w="5253320" h="6858000">
                <a:moveTo>
                  <a:pt x="722088" y="0"/>
                </a:moveTo>
                <a:lnTo>
                  <a:pt x="5253320" y="0"/>
                </a:lnTo>
                <a:lnTo>
                  <a:pt x="525332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348DAA-9174-606B-8664-66CA33457005}"/>
              </a:ext>
            </a:extLst>
          </p:cNvPr>
          <p:cNvSpPr txBox="1"/>
          <p:nvPr/>
        </p:nvSpPr>
        <p:spPr>
          <a:xfrm>
            <a:off x="4093030" y="5159828"/>
            <a:ext cx="2499018" cy="11647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600"/>
              </a:spcAft>
              <a:buSzPct val="80000"/>
            </a:pPr>
            <a:r>
              <a:rPr lang="en-US" dirty="0">
                <a:solidFill>
                  <a:schemeClr val="tx2"/>
                </a:solidFill>
              </a:rPr>
              <a:t>Presented by</a:t>
            </a:r>
          </a:p>
          <a:p>
            <a:pPr>
              <a:spcAft>
                <a:spcPts val="600"/>
              </a:spcAft>
              <a:buSzPct val="80000"/>
            </a:pPr>
            <a:r>
              <a:rPr lang="en-US" dirty="0">
                <a:solidFill>
                  <a:schemeClr val="tx2"/>
                </a:solidFill>
              </a:rPr>
              <a:t>Chun Hei, POON</a:t>
            </a:r>
          </a:p>
          <a:p>
            <a:pPr>
              <a:spcAft>
                <a:spcPts val="600"/>
              </a:spcAft>
              <a:buSzPct val="80000"/>
            </a:pPr>
            <a:r>
              <a:rPr lang="en-US" dirty="0">
                <a:solidFill>
                  <a:schemeClr val="tx2"/>
                </a:solidFill>
              </a:rPr>
              <a:t>27</a:t>
            </a:r>
            <a:r>
              <a:rPr lang="en-US" baseline="30000" dirty="0">
                <a:solidFill>
                  <a:schemeClr val="tx2"/>
                </a:solidFill>
              </a:rPr>
              <a:t>th</a:t>
            </a:r>
            <a:r>
              <a:rPr lang="en-US" dirty="0">
                <a:solidFill>
                  <a:schemeClr val="tx2"/>
                </a:solidFill>
              </a:rPr>
              <a:t> March, 2026</a:t>
            </a:r>
          </a:p>
        </p:txBody>
      </p:sp>
    </p:spTree>
    <p:extLst>
      <p:ext uri="{BB962C8B-B14F-4D97-AF65-F5344CB8AC3E}">
        <p14:creationId xmlns:p14="http://schemas.microsoft.com/office/powerpoint/2010/main" val="3078994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dirty="0"/>
              <a:t>AGENDA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94F6D575-5519-60E7-C7C2-65C583CBCA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9824011"/>
              </p:ext>
            </p:extLst>
          </p:nvPr>
        </p:nvGraphicFramePr>
        <p:xfrm>
          <a:off x="5023412" y="509286"/>
          <a:ext cx="4328932" cy="56171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855084BC-FFF9-DC10-AC01-9447F5F806F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8"/>
          <a:srcRect l="21194" r="21194"/>
          <a:stretch>
            <a:fillRect/>
          </a:stretch>
        </p:blipFill>
        <p:spPr>
          <a:xfrm>
            <a:off x="9562641" y="0"/>
            <a:ext cx="2637931" cy="6867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351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9A43EE21-3F30-4ADA-A827-A943604287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graphicEl>
                                              <a:dgm id="{9A43EE21-3F30-4ADA-A827-A943604287B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8DCD33BC-49D8-4056-8B55-F7969F894A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graphicEl>
                                              <a:dgm id="{8DCD33BC-49D8-4056-8B55-F7969F894A8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B6B55CC5-EB26-436D-A987-E31A7216A5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graphicEl>
                                              <a:dgm id="{B6B55CC5-EB26-436D-A987-E31A7216A59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8573A98B-C1E9-47A5-A259-369F81606D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graphicEl>
                                              <a:dgm id="{8573A98B-C1E9-47A5-A259-369F81606D3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4133ECBA-981A-491B-BBFB-F4F15F1652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graphicEl>
                                              <a:dgm id="{4133ECBA-981A-491B-BBFB-F4F15F16525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7043633D-C09E-4EEA-B6FC-F75306F5E6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graphicEl>
                                              <a:dgm id="{7043633D-C09E-4EEA-B6FC-F75306F5E6C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738C782F-C632-4612-A037-4A37CAB493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graphicEl>
                                              <a:dgm id="{738C782F-C632-4612-A037-4A37CAB4939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D2C36C32-5D02-4391-8CE5-379949CCFE3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graphicEl>
                                              <a:dgm id="{D2C36C32-5D02-4391-8CE5-379949CCFE3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03405667-D4CB-43A6-979F-611E4B7FDA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>
                                            <p:graphicEl>
                                              <a:dgm id="{03405667-D4CB-43A6-979F-611E4B7FDAD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8D073C50-22C2-488F-9C5A-E0A7D91509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>
                                            <p:graphicEl>
                                              <a:dgm id="{8D073C50-22C2-488F-9C5A-E0A7D915094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53">
            <a:extLst>
              <a:ext uri="{FF2B5EF4-FFF2-40B4-BE49-F238E27FC236}">
                <a16:creationId xmlns:a16="http://schemas.microsoft.com/office/drawing/2014/main" id="{7398C59F-5A18-487B-91D6-B955AACF2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55" name="Freeform 11">
              <a:extLst>
                <a:ext uri="{FF2B5EF4-FFF2-40B4-BE49-F238E27FC236}">
                  <a16:creationId xmlns:a16="http://schemas.microsoft.com/office/drawing/2014/main" id="{0557FAFE-C7C3-47EC-A4F5-9B21663192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6" name="Freeform 12">
              <a:extLst>
                <a:ext uri="{FF2B5EF4-FFF2-40B4-BE49-F238E27FC236}">
                  <a16:creationId xmlns:a16="http://schemas.microsoft.com/office/drawing/2014/main" id="{95BC28FB-3882-4674-9D79-EA58BEB7C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7" name="Freeform 13">
              <a:extLst>
                <a:ext uri="{FF2B5EF4-FFF2-40B4-BE49-F238E27FC236}">
                  <a16:creationId xmlns:a16="http://schemas.microsoft.com/office/drawing/2014/main" id="{9C6EC892-83F9-402F-8552-0AD7C0556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8" name="Freeform 14">
              <a:extLst>
                <a:ext uri="{FF2B5EF4-FFF2-40B4-BE49-F238E27FC236}">
                  <a16:creationId xmlns:a16="http://schemas.microsoft.com/office/drawing/2014/main" id="{18387766-037C-4EF0-8471-D19CBF2A4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9" name="Freeform 15">
              <a:extLst>
                <a:ext uri="{FF2B5EF4-FFF2-40B4-BE49-F238E27FC236}">
                  <a16:creationId xmlns:a16="http://schemas.microsoft.com/office/drawing/2014/main" id="{1E364F38-6F3A-476A-93E6-962EA817C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35C335A4-1E67-4293-8BE2-DFB085D4F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61" name="Freeform 17">
              <a:extLst>
                <a:ext uri="{FF2B5EF4-FFF2-40B4-BE49-F238E27FC236}">
                  <a16:creationId xmlns:a16="http://schemas.microsoft.com/office/drawing/2014/main" id="{9A8A0F10-2C98-4297-9F92-5D9553392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62" name="Freeform 18">
              <a:extLst>
                <a:ext uri="{FF2B5EF4-FFF2-40B4-BE49-F238E27FC236}">
                  <a16:creationId xmlns:a16="http://schemas.microsoft.com/office/drawing/2014/main" id="{C3B112A3-006E-4008-A778-DB5F6A09D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63" name="Freeform 19">
              <a:extLst>
                <a:ext uri="{FF2B5EF4-FFF2-40B4-BE49-F238E27FC236}">
                  <a16:creationId xmlns:a16="http://schemas.microsoft.com/office/drawing/2014/main" id="{E5E62767-5C25-4C49-9568-432433A3C5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64" name="Freeform 20">
              <a:extLst>
                <a:ext uri="{FF2B5EF4-FFF2-40B4-BE49-F238E27FC236}">
                  <a16:creationId xmlns:a16="http://schemas.microsoft.com/office/drawing/2014/main" id="{598EC006-77B1-42BA-B815-66CCB9B170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65" name="Freeform 21">
              <a:extLst>
                <a:ext uri="{FF2B5EF4-FFF2-40B4-BE49-F238E27FC236}">
                  <a16:creationId xmlns:a16="http://schemas.microsoft.com/office/drawing/2014/main" id="{A144ED09-DA06-491D-95A8-AB3DED432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66" name="Freeform 22">
              <a:extLst>
                <a:ext uri="{FF2B5EF4-FFF2-40B4-BE49-F238E27FC236}">
                  <a16:creationId xmlns:a16="http://schemas.microsoft.com/office/drawing/2014/main" id="{1CB00BD2-11CD-4A38-8F38-02B0D1105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520234FB-542E-4550-9C2F-1B56FD41A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69" name="Freeform 27">
              <a:extLst>
                <a:ext uri="{FF2B5EF4-FFF2-40B4-BE49-F238E27FC236}">
                  <a16:creationId xmlns:a16="http://schemas.microsoft.com/office/drawing/2014/main" id="{41FCE1F3-DEB3-47CD-90FF-7DABB4AF4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70" name="Freeform 28">
              <a:extLst>
                <a:ext uri="{FF2B5EF4-FFF2-40B4-BE49-F238E27FC236}">
                  <a16:creationId xmlns:a16="http://schemas.microsoft.com/office/drawing/2014/main" id="{5708E488-C19B-452C-B197-6F1C34F6E7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71" name="Freeform 29">
              <a:extLst>
                <a:ext uri="{FF2B5EF4-FFF2-40B4-BE49-F238E27FC236}">
                  <a16:creationId xmlns:a16="http://schemas.microsoft.com/office/drawing/2014/main" id="{89D3FD25-890E-4981-A71D-EE796873D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72" name="Freeform 30">
              <a:extLst>
                <a:ext uri="{FF2B5EF4-FFF2-40B4-BE49-F238E27FC236}">
                  <a16:creationId xmlns:a16="http://schemas.microsoft.com/office/drawing/2014/main" id="{51B5414C-556A-47CB-8EE2-974A85A7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73" name="Freeform 31">
              <a:extLst>
                <a:ext uri="{FF2B5EF4-FFF2-40B4-BE49-F238E27FC236}">
                  <a16:creationId xmlns:a16="http://schemas.microsoft.com/office/drawing/2014/main" id="{1C02B20C-2B27-4B75-8AEE-A5D2E2674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74" name="Freeform 32">
              <a:extLst>
                <a:ext uri="{FF2B5EF4-FFF2-40B4-BE49-F238E27FC236}">
                  <a16:creationId xmlns:a16="http://schemas.microsoft.com/office/drawing/2014/main" id="{54427714-F9AA-4F93-BD1D-400F1EA93F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75" name="Freeform 33">
              <a:extLst>
                <a:ext uri="{FF2B5EF4-FFF2-40B4-BE49-F238E27FC236}">
                  <a16:creationId xmlns:a16="http://schemas.microsoft.com/office/drawing/2014/main" id="{28A77D6A-9E81-497F-ABCC-2695BB5AD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76" name="Freeform 34">
              <a:extLst>
                <a:ext uri="{FF2B5EF4-FFF2-40B4-BE49-F238E27FC236}">
                  <a16:creationId xmlns:a16="http://schemas.microsoft.com/office/drawing/2014/main" id="{2A1533BA-1478-4F7C-8E24-3F3E90505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77" name="Freeform 35">
              <a:extLst>
                <a:ext uri="{FF2B5EF4-FFF2-40B4-BE49-F238E27FC236}">
                  <a16:creationId xmlns:a16="http://schemas.microsoft.com/office/drawing/2014/main" id="{39686201-E633-40FD-A80A-1E28AD52E3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78" name="Freeform 36">
              <a:extLst>
                <a:ext uri="{FF2B5EF4-FFF2-40B4-BE49-F238E27FC236}">
                  <a16:creationId xmlns:a16="http://schemas.microsoft.com/office/drawing/2014/main" id="{76A215C2-F590-4938-810B-F8A79366C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79" name="Freeform 37">
              <a:extLst>
                <a:ext uri="{FF2B5EF4-FFF2-40B4-BE49-F238E27FC236}">
                  <a16:creationId xmlns:a16="http://schemas.microsoft.com/office/drawing/2014/main" id="{85F418E7-330D-4002-8EC8-33C1A897F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80" name="Freeform 38">
              <a:extLst>
                <a:ext uri="{FF2B5EF4-FFF2-40B4-BE49-F238E27FC236}">
                  <a16:creationId xmlns:a16="http://schemas.microsoft.com/office/drawing/2014/main" id="{8FFE669A-54C9-4436-9566-C5A90F16DB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</p:grpSp>
      <p:sp>
        <p:nvSpPr>
          <p:cNvPr id="82" name="Rectangle 81">
            <a:extLst>
              <a:ext uri="{FF2B5EF4-FFF2-40B4-BE49-F238E27FC236}">
                <a16:creationId xmlns:a16="http://schemas.microsoft.com/office/drawing/2014/main" id="{DE91395A-2D18-4AF6-A0AC-AAA7189FE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HK"/>
          </a:p>
        </p:txBody>
      </p:sp>
      <p:sp>
        <p:nvSpPr>
          <p:cNvPr id="84" name="Freeform 6">
            <a:extLst>
              <a:ext uri="{FF2B5EF4-FFF2-40B4-BE49-F238E27FC236}">
                <a16:creationId xmlns:a16="http://schemas.microsoft.com/office/drawing/2014/main" id="{7BD08880-457D-4C62-A3B5-6A9B0878C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HK"/>
          </a:p>
        </p:txBody>
      </p:sp>
      <p:sp useBgFill="1">
        <p:nvSpPr>
          <p:cNvPr id="86" name="Rectangle 85">
            <a:extLst>
              <a:ext uri="{FF2B5EF4-FFF2-40B4-BE49-F238E27FC236}">
                <a16:creationId xmlns:a16="http://schemas.microsoft.com/office/drawing/2014/main" id="{95FFA5E0-4C70-431D-A19D-18415F6C4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86FDF6A5-E27D-FDF6-F3E1-B3C723FBE3E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r="18666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BBE55C11-4C41-45E4-A00F-83DEE6BB5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3632297"/>
            <a:ext cx="7527616" cy="2170389"/>
          </a:xfrm>
          <a:custGeom>
            <a:avLst/>
            <a:gdLst>
              <a:gd name="connsiteX0" fmla="*/ 0 w 7527616"/>
              <a:gd name="connsiteY0" fmla="*/ 0 h 2170389"/>
              <a:gd name="connsiteX1" fmla="*/ 85411 w 7527616"/>
              <a:gd name="connsiteY1" fmla="*/ 0 h 2170389"/>
              <a:gd name="connsiteX2" fmla="*/ 926533 w 7527616"/>
              <a:gd name="connsiteY2" fmla="*/ 0 h 2170389"/>
              <a:gd name="connsiteX3" fmla="*/ 1114264 w 7527616"/>
              <a:gd name="connsiteY3" fmla="*/ 0 h 2170389"/>
              <a:gd name="connsiteX4" fmla="*/ 6544376 w 7527616"/>
              <a:gd name="connsiteY4" fmla="*/ 0 h 2170389"/>
              <a:gd name="connsiteX5" fmla="*/ 6610082 w 7527616"/>
              <a:gd name="connsiteY5" fmla="*/ 26276 h 2170389"/>
              <a:gd name="connsiteX6" fmla="*/ 6619468 w 7527616"/>
              <a:gd name="connsiteY6" fmla="*/ 36786 h 2170389"/>
              <a:gd name="connsiteX7" fmla="*/ 7506496 w 7527616"/>
              <a:gd name="connsiteY7" fmla="*/ 1024760 h 2170389"/>
              <a:gd name="connsiteX8" fmla="*/ 7506496 w 7527616"/>
              <a:gd name="connsiteY8" fmla="*/ 1140374 h 2170389"/>
              <a:gd name="connsiteX9" fmla="*/ 6619468 w 7527616"/>
              <a:gd name="connsiteY9" fmla="*/ 2133603 h 2170389"/>
              <a:gd name="connsiteX10" fmla="*/ 6610082 w 7527616"/>
              <a:gd name="connsiteY10" fmla="*/ 2144113 h 2170389"/>
              <a:gd name="connsiteX11" fmla="*/ 6544376 w 7527616"/>
              <a:gd name="connsiteY11" fmla="*/ 2170389 h 2170389"/>
              <a:gd name="connsiteX12" fmla="*/ 1114264 w 7527616"/>
              <a:gd name="connsiteY12" fmla="*/ 2170389 h 2170389"/>
              <a:gd name="connsiteX13" fmla="*/ 926533 w 7527616"/>
              <a:gd name="connsiteY13" fmla="*/ 2170389 h 2170389"/>
              <a:gd name="connsiteX14" fmla="*/ 146150 w 7527616"/>
              <a:gd name="connsiteY14" fmla="*/ 2170389 h 2170389"/>
              <a:gd name="connsiteX15" fmla="*/ 0 w 7527616"/>
              <a:gd name="connsiteY15" fmla="*/ 2170389 h 21703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527616" h="2170389">
                <a:moveTo>
                  <a:pt x="0" y="0"/>
                </a:moveTo>
                <a:lnTo>
                  <a:pt x="85411" y="0"/>
                </a:lnTo>
                <a:cubicBezTo>
                  <a:pt x="290008" y="0"/>
                  <a:pt x="562804" y="0"/>
                  <a:pt x="926533" y="0"/>
                </a:cubicBezTo>
                <a:cubicBezTo>
                  <a:pt x="926533" y="0"/>
                  <a:pt x="926533" y="0"/>
                  <a:pt x="1114264" y="0"/>
                </a:cubicBezTo>
                <a:cubicBezTo>
                  <a:pt x="1114264" y="0"/>
                  <a:pt x="1114264" y="0"/>
                  <a:pt x="6544376" y="0"/>
                </a:cubicBezTo>
                <a:cubicBezTo>
                  <a:pt x="6567842" y="0"/>
                  <a:pt x="6591309" y="10510"/>
                  <a:pt x="6610082" y="26276"/>
                </a:cubicBezTo>
                <a:cubicBezTo>
                  <a:pt x="6614775" y="26276"/>
                  <a:pt x="6619468" y="31531"/>
                  <a:pt x="6619468" y="36786"/>
                </a:cubicBezTo>
                <a:cubicBezTo>
                  <a:pt x="6619468" y="36786"/>
                  <a:pt x="6619468" y="36786"/>
                  <a:pt x="7506496" y="1024760"/>
                </a:cubicBezTo>
                <a:cubicBezTo>
                  <a:pt x="7534656" y="1056291"/>
                  <a:pt x="7534656" y="1108843"/>
                  <a:pt x="7506496" y="1140374"/>
                </a:cubicBezTo>
                <a:cubicBezTo>
                  <a:pt x="7506496" y="1140374"/>
                  <a:pt x="7506496" y="1140374"/>
                  <a:pt x="6619468" y="2133603"/>
                </a:cubicBezTo>
                <a:cubicBezTo>
                  <a:pt x="6619468" y="2133603"/>
                  <a:pt x="6614775" y="2138858"/>
                  <a:pt x="6610082" y="2144113"/>
                </a:cubicBezTo>
                <a:cubicBezTo>
                  <a:pt x="6591309" y="2159879"/>
                  <a:pt x="6567842" y="2170389"/>
                  <a:pt x="6544376" y="2170389"/>
                </a:cubicBezTo>
                <a:cubicBezTo>
                  <a:pt x="6544376" y="2170389"/>
                  <a:pt x="6544376" y="2170389"/>
                  <a:pt x="1114264" y="2170389"/>
                </a:cubicBezTo>
                <a:cubicBezTo>
                  <a:pt x="1114264" y="2170389"/>
                  <a:pt x="1114264" y="2170389"/>
                  <a:pt x="926533" y="2170389"/>
                </a:cubicBezTo>
                <a:cubicBezTo>
                  <a:pt x="926533" y="2170389"/>
                  <a:pt x="926533" y="2170389"/>
                  <a:pt x="146150" y="2170389"/>
                </a:cubicBezTo>
                <a:lnTo>
                  <a:pt x="0" y="2170389"/>
                </a:lnTo>
                <a:close/>
              </a:path>
            </a:pathLst>
          </a:custGeom>
          <a:solidFill>
            <a:srgbClr val="304760">
              <a:alpha val="87843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3733" y="3889218"/>
            <a:ext cx="5478432" cy="103209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400">
                <a:solidFill>
                  <a:srgbClr val="FEFFFF"/>
                </a:solidFill>
              </a:rPr>
              <a:t>THE POWER OF DATA SCIENCE</a:t>
            </a:r>
          </a:p>
        </p:txBody>
      </p:sp>
    </p:spTree>
    <p:extLst>
      <p:ext uri="{BB962C8B-B14F-4D97-AF65-F5344CB8AC3E}">
        <p14:creationId xmlns:p14="http://schemas.microsoft.com/office/powerpoint/2010/main" val="8210880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7398C59F-5A18-487B-91D6-B955AACF2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557FAFE-C7C3-47EC-A4F5-9B21663192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5BC28FB-3882-4674-9D79-EA58BEB7C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9C6EC892-83F9-402F-8552-0AD7C0556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8387766-037C-4EF0-8471-D19CBF2A4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1E364F38-6F3A-476A-93E6-962EA817C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5C335A4-1E67-4293-8BE2-DFB085D4F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9A8A0F10-2C98-4297-9F92-5D9553392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C3B112A3-006E-4008-A778-DB5F6A09D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5E62767-5C25-4C49-9568-432433A3C5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98EC006-77B1-42BA-B815-66CCB9B170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A144ED09-DA06-491D-95A8-AB3DED432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CB00BD2-11CD-4A38-8F38-02B0D1105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20234FB-542E-4550-9C2F-1B56FD41A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6" name="Freeform 27">
              <a:extLst>
                <a:ext uri="{FF2B5EF4-FFF2-40B4-BE49-F238E27FC236}">
                  <a16:creationId xmlns:a16="http://schemas.microsoft.com/office/drawing/2014/main" id="{41FCE1F3-DEB3-47CD-90FF-7DABB4AF4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7" name="Freeform 28">
              <a:extLst>
                <a:ext uri="{FF2B5EF4-FFF2-40B4-BE49-F238E27FC236}">
                  <a16:creationId xmlns:a16="http://schemas.microsoft.com/office/drawing/2014/main" id="{5708E488-C19B-452C-B197-6F1C34F6E7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8" name="Freeform 29">
              <a:extLst>
                <a:ext uri="{FF2B5EF4-FFF2-40B4-BE49-F238E27FC236}">
                  <a16:creationId xmlns:a16="http://schemas.microsoft.com/office/drawing/2014/main" id="{89D3FD25-890E-4981-A71D-EE796873D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9" name="Freeform 30">
              <a:extLst>
                <a:ext uri="{FF2B5EF4-FFF2-40B4-BE49-F238E27FC236}">
                  <a16:creationId xmlns:a16="http://schemas.microsoft.com/office/drawing/2014/main" id="{51B5414C-556A-47CB-8EE2-974A85A7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0" name="Freeform 31">
              <a:extLst>
                <a:ext uri="{FF2B5EF4-FFF2-40B4-BE49-F238E27FC236}">
                  <a16:creationId xmlns:a16="http://schemas.microsoft.com/office/drawing/2014/main" id="{1C02B20C-2B27-4B75-8AEE-A5D2E2674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1" name="Freeform 32">
              <a:extLst>
                <a:ext uri="{FF2B5EF4-FFF2-40B4-BE49-F238E27FC236}">
                  <a16:creationId xmlns:a16="http://schemas.microsoft.com/office/drawing/2014/main" id="{54427714-F9AA-4F93-BD1D-400F1EA93F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2" name="Freeform 33">
              <a:extLst>
                <a:ext uri="{FF2B5EF4-FFF2-40B4-BE49-F238E27FC236}">
                  <a16:creationId xmlns:a16="http://schemas.microsoft.com/office/drawing/2014/main" id="{28A77D6A-9E81-497F-ABCC-2695BB5AD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3" name="Freeform 34">
              <a:extLst>
                <a:ext uri="{FF2B5EF4-FFF2-40B4-BE49-F238E27FC236}">
                  <a16:creationId xmlns:a16="http://schemas.microsoft.com/office/drawing/2014/main" id="{2A1533BA-1478-4F7C-8E24-3F3E90505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4" name="Freeform 35">
              <a:extLst>
                <a:ext uri="{FF2B5EF4-FFF2-40B4-BE49-F238E27FC236}">
                  <a16:creationId xmlns:a16="http://schemas.microsoft.com/office/drawing/2014/main" id="{39686201-E633-40FD-A80A-1E28AD52E3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5" name="Freeform 36">
              <a:extLst>
                <a:ext uri="{FF2B5EF4-FFF2-40B4-BE49-F238E27FC236}">
                  <a16:creationId xmlns:a16="http://schemas.microsoft.com/office/drawing/2014/main" id="{76A215C2-F590-4938-810B-F8A79366C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6" name="Freeform 37">
              <a:extLst>
                <a:ext uri="{FF2B5EF4-FFF2-40B4-BE49-F238E27FC236}">
                  <a16:creationId xmlns:a16="http://schemas.microsoft.com/office/drawing/2014/main" id="{85F418E7-330D-4002-8EC8-33C1A897F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7" name="Freeform 38">
              <a:extLst>
                <a:ext uri="{FF2B5EF4-FFF2-40B4-BE49-F238E27FC236}">
                  <a16:creationId xmlns:a16="http://schemas.microsoft.com/office/drawing/2014/main" id="{8FFE669A-54C9-4436-9566-C5A90F16DB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DE91395A-2D18-4AF6-A0AC-AAA7189FE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HK"/>
          </a:p>
        </p:txBody>
      </p:sp>
      <p:sp>
        <p:nvSpPr>
          <p:cNvPr id="41" name="Freeform 11">
            <a:extLst>
              <a:ext uri="{FF2B5EF4-FFF2-40B4-BE49-F238E27FC236}">
                <a16:creationId xmlns:a16="http://schemas.microsoft.com/office/drawing/2014/main" id="{A57352BE-A213-4040-BE8E-D4A925AD9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HK"/>
          </a:p>
        </p:txBody>
      </p: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1A44C337-3893-4B29-A265-B1329150B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1E0B358-1267-4844-8B3D-B7A279B41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36169" y="228600"/>
            <a:ext cx="2851523" cy="6638625"/>
            <a:chOff x="2487613" y="285750"/>
            <a:chExt cx="2428875" cy="5654676"/>
          </a:xfrm>
        </p:grpSpPr>
        <p:sp>
          <p:nvSpPr>
            <p:cNvPr id="46" name="Freeform 11">
              <a:extLst>
                <a:ext uri="{FF2B5EF4-FFF2-40B4-BE49-F238E27FC236}">
                  <a16:creationId xmlns:a16="http://schemas.microsoft.com/office/drawing/2014/main" id="{B24AA06A-F1A5-4BB3-9486-9AE7A53B3F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47" name="Freeform 12">
              <a:extLst>
                <a:ext uri="{FF2B5EF4-FFF2-40B4-BE49-F238E27FC236}">
                  <a16:creationId xmlns:a16="http://schemas.microsoft.com/office/drawing/2014/main" id="{BDF97590-C600-44CB-9303-4A3679F516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48" name="Freeform 13">
              <a:extLst>
                <a:ext uri="{FF2B5EF4-FFF2-40B4-BE49-F238E27FC236}">
                  <a16:creationId xmlns:a16="http://schemas.microsoft.com/office/drawing/2014/main" id="{A9BBE156-3FFA-4DC4-8468-35BD28DDC6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49" name="Freeform 14">
              <a:extLst>
                <a:ext uri="{FF2B5EF4-FFF2-40B4-BE49-F238E27FC236}">
                  <a16:creationId xmlns:a16="http://schemas.microsoft.com/office/drawing/2014/main" id="{F7960DE5-3810-4B1E-B1E2-3BAFEA91ED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0" name="Freeform 15">
              <a:extLst>
                <a:ext uri="{FF2B5EF4-FFF2-40B4-BE49-F238E27FC236}">
                  <a16:creationId xmlns:a16="http://schemas.microsoft.com/office/drawing/2014/main" id="{359E957C-CE11-446F-8AA7-B3E98390B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1" name="Freeform 16">
              <a:extLst>
                <a:ext uri="{FF2B5EF4-FFF2-40B4-BE49-F238E27FC236}">
                  <a16:creationId xmlns:a16="http://schemas.microsoft.com/office/drawing/2014/main" id="{A3E9FE34-CA9E-4443-BEBF-D1B9A1C6C2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2" name="Freeform 17">
              <a:extLst>
                <a:ext uri="{FF2B5EF4-FFF2-40B4-BE49-F238E27FC236}">
                  <a16:creationId xmlns:a16="http://schemas.microsoft.com/office/drawing/2014/main" id="{4F39D814-8A48-4509-BDEB-826F1065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3" name="Freeform 18">
              <a:extLst>
                <a:ext uri="{FF2B5EF4-FFF2-40B4-BE49-F238E27FC236}">
                  <a16:creationId xmlns:a16="http://schemas.microsoft.com/office/drawing/2014/main" id="{8C6D08C0-8C49-4B87-9CF4-A1F08714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4" name="Freeform 19">
              <a:extLst>
                <a:ext uri="{FF2B5EF4-FFF2-40B4-BE49-F238E27FC236}">
                  <a16:creationId xmlns:a16="http://schemas.microsoft.com/office/drawing/2014/main" id="{308C612B-4C0D-4863-B9CD-F86ABAA1B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5" name="Freeform 20">
              <a:extLst>
                <a:ext uri="{FF2B5EF4-FFF2-40B4-BE49-F238E27FC236}">
                  <a16:creationId xmlns:a16="http://schemas.microsoft.com/office/drawing/2014/main" id="{600B1EC8-1B55-4390-A183-C33B5E227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6" name="Freeform 21">
              <a:extLst>
                <a:ext uri="{FF2B5EF4-FFF2-40B4-BE49-F238E27FC236}">
                  <a16:creationId xmlns:a16="http://schemas.microsoft.com/office/drawing/2014/main" id="{1790A225-91E1-4BE5-A801-5F1E32721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7" name="Freeform 22">
              <a:extLst>
                <a:ext uri="{FF2B5EF4-FFF2-40B4-BE49-F238E27FC236}">
                  <a16:creationId xmlns:a16="http://schemas.microsoft.com/office/drawing/2014/main" id="{DFFC46A2-6BBF-47FD-BC17-5EE1DF7CB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F44CA9C-80E8-44E1-A79C-D6EBFC73BC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77117" y="-786"/>
            <a:ext cx="2356675" cy="6854040"/>
            <a:chOff x="6627813" y="194833"/>
            <a:chExt cx="1952625" cy="5678918"/>
          </a:xfrm>
        </p:grpSpPr>
        <p:sp>
          <p:nvSpPr>
            <p:cNvPr id="60" name="Freeform 27">
              <a:extLst>
                <a:ext uri="{FF2B5EF4-FFF2-40B4-BE49-F238E27FC236}">
                  <a16:creationId xmlns:a16="http://schemas.microsoft.com/office/drawing/2014/main" id="{8CB9417F-98D9-4998-B00B-A5932E4C7D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61" name="Freeform 28">
              <a:extLst>
                <a:ext uri="{FF2B5EF4-FFF2-40B4-BE49-F238E27FC236}">
                  <a16:creationId xmlns:a16="http://schemas.microsoft.com/office/drawing/2014/main" id="{FA79AA3D-583E-4A1E-AF7E-CBD980F596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62" name="Freeform 29">
              <a:extLst>
                <a:ext uri="{FF2B5EF4-FFF2-40B4-BE49-F238E27FC236}">
                  <a16:creationId xmlns:a16="http://schemas.microsoft.com/office/drawing/2014/main" id="{D80C9F17-A6B2-4A12-BC77-F84264A669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63" name="Freeform 30">
              <a:extLst>
                <a:ext uri="{FF2B5EF4-FFF2-40B4-BE49-F238E27FC236}">
                  <a16:creationId xmlns:a16="http://schemas.microsoft.com/office/drawing/2014/main" id="{949C9A53-ED97-44CE-BDD5-ED24892116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64" name="Freeform 31">
              <a:extLst>
                <a:ext uri="{FF2B5EF4-FFF2-40B4-BE49-F238E27FC236}">
                  <a16:creationId xmlns:a16="http://schemas.microsoft.com/office/drawing/2014/main" id="{0F9FDAE7-225B-4072-8907-6EAA06174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65" name="Freeform 32">
              <a:extLst>
                <a:ext uri="{FF2B5EF4-FFF2-40B4-BE49-F238E27FC236}">
                  <a16:creationId xmlns:a16="http://schemas.microsoft.com/office/drawing/2014/main" id="{9D49818B-8EA3-4B41-9783-EFE0C618C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66" name="Freeform 33">
              <a:extLst>
                <a:ext uri="{FF2B5EF4-FFF2-40B4-BE49-F238E27FC236}">
                  <a16:creationId xmlns:a16="http://schemas.microsoft.com/office/drawing/2014/main" id="{01903E65-D822-4457-B0A5-2F41682241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67" name="Freeform 34">
              <a:extLst>
                <a:ext uri="{FF2B5EF4-FFF2-40B4-BE49-F238E27FC236}">
                  <a16:creationId xmlns:a16="http://schemas.microsoft.com/office/drawing/2014/main" id="{A5CF9DAB-75BF-43D9-B1E7-817D1FAA00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68" name="Freeform 35">
              <a:extLst>
                <a:ext uri="{FF2B5EF4-FFF2-40B4-BE49-F238E27FC236}">
                  <a16:creationId xmlns:a16="http://schemas.microsoft.com/office/drawing/2014/main" id="{BB22916D-4BCF-4A4C-8714-A2564D34C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69" name="Freeform 36">
              <a:extLst>
                <a:ext uri="{FF2B5EF4-FFF2-40B4-BE49-F238E27FC236}">
                  <a16:creationId xmlns:a16="http://schemas.microsoft.com/office/drawing/2014/main" id="{4CD9F734-569E-44E7-BD53-6214E0F18C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70" name="Freeform 37">
              <a:extLst>
                <a:ext uri="{FF2B5EF4-FFF2-40B4-BE49-F238E27FC236}">
                  <a16:creationId xmlns:a16="http://schemas.microsoft.com/office/drawing/2014/main" id="{7A5DAACB-2F42-40C8-BF6A-75B79299F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71" name="Freeform 38">
              <a:extLst>
                <a:ext uri="{FF2B5EF4-FFF2-40B4-BE49-F238E27FC236}">
                  <a16:creationId xmlns:a16="http://schemas.microsoft.com/office/drawing/2014/main" id="{AD78E0F9-8568-4672-A22F-4ED5B1A96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3096" y="624110"/>
            <a:ext cx="5021516" cy="12808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A5CD610-ED7C-4CED-A9A1-174432C88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5704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HK"/>
          </a:p>
        </p:txBody>
      </p:sp>
      <p:sp>
        <p:nvSpPr>
          <p:cNvPr id="75" name="Freeform 11">
            <a:extLst>
              <a:ext uri="{FF2B5EF4-FFF2-40B4-BE49-F238E27FC236}">
                <a16:creationId xmlns:a16="http://schemas.microsoft.com/office/drawing/2014/main" id="{0C4379BF-8C7A-480A-BC36-DA55D92A9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4645704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HK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3165E19C-6BAC-A12D-98B6-E072A1C45FB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1999" r="2" b="2"/>
          <a:stretch>
            <a:fillRect/>
          </a:stretch>
        </p:blipFill>
        <p:spPr>
          <a:xfrm>
            <a:off x="-1555" y="1731"/>
            <a:ext cx="4671091" cy="6858000"/>
          </a:xfrm>
          <a:prstGeom prst="rect">
            <a:avLst/>
          </a:prstGeom>
        </p:spPr>
      </p:pic>
      <p:graphicFrame>
        <p:nvGraphicFramePr>
          <p:cNvPr id="77" name="Content Placeholder 2">
            <a:extLst>
              <a:ext uri="{FF2B5EF4-FFF2-40B4-BE49-F238E27FC236}">
                <a16:creationId xmlns:a16="http://schemas.microsoft.com/office/drawing/2014/main" id="{CDC758E0-23E6-25FB-C323-4C940974E14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61318672"/>
              </p:ext>
            </p:extLst>
          </p:nvPr>
        </p:nvGraphicFramePr>
        <p:xfrm>
          <a:off x="6438191" y="2133600"/>
          <a:ext cx="5066419" cy="3777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graphicEl>
                                              <a:dgm id="{3195282E-A4F8-401A-9EF4-341232E561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7">
                                            <p:graphicEl>
                                              <a:dgm id="{3195282E-A4F8-401A-9EF4-341232E5610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graphicEl>
                                              <a:dgm id="{39B51D85-D1E6-40E2-93FD-FA61F8455C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7">
                                            <p:graphicEl>
                                              <a:dgm id="{39B51D85-D1E6-40E2-93FD-FA61F8455CE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graphicEl>
                                              <a:dgm id="{9D753DC2-E246-4CFB-A04B-E3BE997684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7">
                                            <p:graphicEl>
                                              <a:dgm id="{9D753DC2-E246-4CFB-A04B-E3BE997684E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graphicEl>
                                              <a:dgm id="{DB545BB5-E7AD-42B9-87CF-845775649E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7">
                                            <p:graphicEl>
                                              <a:dgm id="{DB545BB5-E7AD-42B9-87CF-845775649E7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graphicEl>
                                              <a:dgm id="{A0143C55-B8F9-467F-B107-599BF7698A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7">
                                            <p:graphicEl>
                                              <a:dgm id="{A0143C55-B8F9-467F-B107-599BF7698AD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graphicEl>
                                              <a:dgm id="{FA15736A-F64E-44FA-B9E8-28BBD19261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7">
                                            <p:graphicEl>
                                              <a:dgm id="{FA15736A-F64E-44FA-B9E8-28BBD192611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graphicEl>
                                              <a:dgm id="{AF2846C9-F62D-4067-AA5A-123995BF02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7">
                                            <p:graphicEl>
                                              <a:dgm id="{AF2846C9-F62D-4067-AA5A-123995BF02D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graphicEl>
                                              <a:dgm id="{2D61F53E-C900-4535-AC79-CE0500D294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7">
                                            <p:graphicEl>
                                              <a:dgm id="{2D61F53E-C900-4535-AC79-CE0500D2943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graphicEl>
                                              <a:dgm id="{45B28801-076D-4980-9BA2-744BF73AC8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7">
                                            <p:graphicEl>
                                              <a:dgm id="{45B28801-076D-4980-9BA2-744BF73AC84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graphicEl>
                                              <a:dgm id="{E316E6D5-FD47-4C28-8AF6-BDE8A71F75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7">
                                            <p:graphicEl>
                                              <a:dgm id="{E316E6D5-FD47-4C28-8AF6-BDE8A71F75F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graphicEl>
                                              <a:dgm id="{9B680306-BEEF-4362-B66E-57FFDF29F2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7">
                                            <p:graphicEl>
                                              <a:dgm id="{9B680306-BEEF-4362-B66E-57FFDF29F2F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graphicEl>
                                              <a:dgm id="{F3D4D591-2F79-48C7-9FE3-B86418DBEF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7">
                                            <p:graphicEl>
                                              <a:dgm id="{F3D4D591-2F79-48C7-9FE3-B86418DBEF6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7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7398C59F-5A18-487B-91D6-B955AACF2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49" name="Freeform 11">
              <a:extLst>
                <a:ext uri="{FF2B5EF4-FFF2-40B4-BE49-F238E27FC236}">
                  <a16:creationId xmlns:a16="http://schemas.microsoft.com/office/drawing/2014/main" id="{0557FAFE-C7C3-47EC-A4F5-9B21663192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0" name="Freeform 12">
              <a:extLst>
                <a:ext uri="{FF2B5EF4-FFF2-40B4-BE49-F238E27FC236}">
                  <a16:creationId xmlns:a16="http://schemas.microsoft.com/office/drawing/2014/main" id="{95BC28FB-3882-4674-9D79-EA58BEB7C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1" name="Freeform 13">
              <a:extLst>
                <a:ext uri="{FF2B5EF4-FFF2-40B4-BE49-F238E27FC236}">
                  <a16:creationId xmlns:a16="http://schemas.microsoft.com/office/drawing/2014/main" id="{9C6EC892-83F9-402F-8552-0AD7C0556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2" name="Freeform 14">
              <a:extLst>
                <a:ext uri="{FF2B5EF4-FFF2-40B4-BE49-F238E27FC236}">
                  <a16:creationId xmlns:a16="http://schemas.microsoft.com/office/drawing/2014/main" id="{18387766-037C-4EF0-8471-D19CBF2A4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3" name="Freeform 15">
              <a:extLst>
                <a:ext uri="{FF2B5EF4-FFF2-40B4-BE49-F238E27FC236}">
                  <a16:creationId xmlns:a16="http://schemas.microsoft.com/office/drawing/2014/main" id="{1E364F38-6F3A-476A-93E6-962EA817C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4" name="Freeform 16">
              <a:extLst>
                <a:ext uri="{FF2B5EF4-FFF2-40B4-BE49-F238E27FC236}">
                  <a16:creationId xmlns:a16="http://schemas.microsoft.com/office/drawing/2014/main" id="{35C335A4-1E67-4293-8BE2-DFB085D4F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5" name="Freeform 17">
              <a:extLst>
                <a:ext uri="{FF2B5EF4-FFF2-40B4-BE49-F238E27FC236}">
                  <a16:creationId xmlns:a16="http://schemas.microsoft.com/office/drawing/2014/main" id="{9A8A0F10-2C98-4297-9F92-5D9553392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6" name="Freeform 18">
              <a:extLst>
                <a:ext uri="{FF2B5EF4-FFF2-40B4-BE49-F238E27FC236}">
                  <a16:creationId xmlns:a16="http://schemas.microsoft.com/office/drawing/2014/main" id="{C3B112A3-006E-4008-A778-DB5F6A09D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7" name="Freeform 19">
              <a:extLst>
                <a:ext uri="{FF2B5EF4-FFF2-40B4-BE49-F238E27FC236}">
                  <a16:creationId xmlns:a16="http://schemas.microsoft.com/office/drawing/2014/main" id="{E5E62767-5C25-4C49-9568-432433A3C5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8" name="Freeform 20">
              <a:extLst>
                <a:ext uri="{FF2B5EF4-FFF2-40B4-BE49-F238E27FC236}">
                  <a16:creationId xmlns:a16="http://schemas.microsoft.com/office/drawing/2014/main" id="{598EC006-77B1-42BA-B815-66CCB9B170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9" name="Freeform 21">
              <a:extLst>
                <a:ext uri="{FF2B5EF4-FFF2-40B4-BE49-F238E27FC236}">
                  <a16:creationId xmlns:a16="http://schemas.microsoft.com/office/drawing/2014/main" id="{A144ED09-DA06-491D-95A8-AB3DED432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60" name="Freeform 22">
              <a:extLst>
                <a:ext uri="{FF2B5EF4-FFF2-40B4-BE49-F238E27FC236}">
                  <a16:creationId xmlns:a16="http://schemas.microsoft.com/office/drawing/2014/main" id="{1CB00BD2-11CD-4A38-8F38-02B0D1105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520234FB-542E-4550-9C2F-1B56FD41A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63" name="Freeform 27">
              <a:extLst>
                <a:ext uri="{FF2B5EF4-FFF2-40B4-BE49-F238E27FC236}">
                  <a16:creationId xmlns:a16="http://schemas.microsoft.com/office/drawing/2014/main" id="{41FCE1F3-DEB3-47CD-90FF-7DABB4AF4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64" name="Freeform 28">
              <a:extLst>
                <a:ext uri="{FF2B5EF4-FFF2-40B4-BE49-F238E27FC236}">
                  <a16:creationId xmlns:a16="http://schemas.microsoft.com/office/drawing/2014/main" id="{5708E488-C19B-452C-B197-6F1C34F6E7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65" name="Freeform 29">
              <a:extLst>
                <a:ext uri="{FF2B5EF4-FFF2-40B4-BE49-F238E27FC236}">
                  <a16:creationId xmlns:a16="http://schemas.microsoft.com/office/drawing/2014/main" id="{89D3FD25-890E-4981-A71D-EE796873D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66" name="Freeform 30">
              <a:extLst>
                <a:ext uri="{FF2B5EF4-FFF2-40B4-BE49-F238E27FC236}">
                  <a16:creationId xmlns:a16="http://schemas.microsoft.com/office/drawing/2014/main" id="{51B5414C-556A-47CB-8EE2-974A85A7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67" name="Freeform 31">
              <a:extLst>
                <a:ext uri="{FF2B5EF4-FFF2-40B4-BE49-F238E27FC236}">
                  <a16:creationId xmlns:a16="http://schemas.microsoft.com/office/drawing/2014/main" id="{1C02B20C-2B27-4B75-8AEE-A5D2E2674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68" name="Freeform 32">
              <a:extLst>
                <a:ext uri="{FF2B5EF4-FFF2-40B4-BE49-F238E27FC236}">
                  <a16:creationId xmlns:a16="http://schemas.microsoft.com/office/drawing/2014/main" id="{54427714-F9AA-4F93-BD1D-400F1EA93F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69" name="Freeform 33">
              <a:extLst>
                <a:ext uri="{FF2B5EF4-FFF2-40B4-BE49-F238E27FC236}">
                  <a16:creationId xmlns:a16="http://schemas.microsoft.com/office/drawing/2014/main" id="{28A77D6A-9E81-497F-ABCC-2695BB5AD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70" name="Freeform 34">
              <a:extLst>
                <a:ext uri="{FF2B5EF4-FFF2-40B4-BE49-F238E27FC236}">
                  <a16:creationId xmlns:a16="http://schemas.microsoft.com/office/drawing/2014/main" id="{2A1533BA-1478-4F7C-8E24-3F3E90505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71" name="Freeform 35">
              <a:extLst>
                <a:ext uri="{FF2B5EF4-FFF2-40B4-BE49-F238E27FC236}">
                  <a16:creationId xmlns:a16="http://schemas.microsoft.com/office/drawing/2014/main" id="{39686201-E633-40FD-A80A-1E28AD52E3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72" name="Freeform 36">
              <a:extLst>
                <a:ext uri="{FF2B5EF4-FFF2-40B4-BE49-F238E27FC236}">
                  <a16:creationId xmlns:a16="http://schemas.microsoft.com/office/drawing/2014/main" id="{76A215C2-F590-4938-810B-F8A79366C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73" name="Freeform 37">
              <a:extLst>
                <a:ext uri="{FF2B5EF4-FFF2-40B4-BE49-F238E27FC236}">
                  <a16:creationId xmlns:a16="http://schemas.microsoft.com/office/drawing/2014/main" id="{85F418E7-330D-4002-8EC8-33C1A897F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74" name="Freeform 38">
              <a:extLst>
                <a:ext uri="{FF2B5EF4-FFF2-40B4-BE49-F238E27FC236}">
                  <a16:creationId xmlns:a16="http://schemas.microsoft.com/office/drawing/2014/main" id="{8FFE669A-54C9-4436-9566-C5A90F16DB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</p:grpSp>
      <p:sp>
        <p:nvSpPr>
          <p:cNvPr id="76" name="Rectangle 75">
            <a:extLst>
              <a:ext uri="{FF2B5EF4-FFF2-40B4-BE49-F238E27FC236}">
                <a16:creationId xmlns:a16="http://schemas.microsoft.com/office/drawing/2014/main" id="{DE91395A-2D18-4AF6-A0AC-AAA7189FE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HK"/>
          </a:p>
        </p:txBody>
      </p:sp>
      <p:sp>
        <p:nvSpPr>
          <p:cNvPr id="78" name="Freeform 6">
            <a:extLst>
              <a:ext uri="{FF2B5EF4-FFF2-40B4-BE49-F238E27FC236}">
                <a16:creationId xmlns:a16="http://schemas.microsoft.com/office/drawing/2014/main" id="{7BD08880-457D-4C62-A3B5-6A9B0878C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H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8690" y="844510"/>
            <a:ext cx="3710018" cy="416974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/>
              <a:t>METHODOLOGY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98690" y="5097928"/>
            <a:ext cx="3710018" cy="91556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Data science and AI technologies</a:t>
            </a:r>
          </a:p>
        </p:txBody>
      </p:sp>
      <p:pic>
        <p:nvPicPr>
          <p:cNvPr id="43" name="Picture Placeholder 42" descr="A plane flying over a city">
            <a:extLst>
              <a:ext uri="{FF2B5EF4-FFF2-40B4-BE49-F238E27FC236}">
                <a16:creationId xmlns:a16="http://schemas.microsoft.com/office/drawing/2014/main" id="{9100BC91-12A3-DE75-3F38-9C17D39DC5E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83" r="-2" b="5950"/>
          <a:stretch>
            <a:fillRect/>
          </a:stretch>
        </p:blipFill>
        <p:spPr>
          <a:xfrm>
            <a:off x="6095998" y="-20965"/>
            <a:ext cx="6096002" cy="6878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039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7398C59F-5A18-487B-91D6-B955AACF2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557FAFE-C7C3-47EC-A4F5-9B21663192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5BC28FB-3882-4674-9D79-EA58BEB7C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9C6EC892-83F9-402F-8552-0AD7C0556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8387766-037C-4EF0-8471-D19CBF2A4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1E364F38-6F3A-476A-93E6-962EA817C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5C335A4-1E67-4293-8BE2-DFB085D4F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9A8A0F10-2C98-4297-9F92-5D9553392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C3B112A3-006E-4008-A778-DB5F6A09D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8" name="Freeform 19">
              <a:extLst>
                <a:ext uri="{FF2B5EF4-FFF2-40B4-BE49-F238E27FC236}">
                  <a16:creationId xmlns:a16="http://schemas.microsoft.com/office/drawing/2014/main" id="{E5E62767-5C25-4C49-9568-432433A3C5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98EC006-77B1-42BA-B815-66CCB9B170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A144ED09-DA06-491D-95A8-AB3DED432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CB00BD2-11CD-4A38-8F38-02B0D1105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20234FB-542E-4550-9C2F-1B56FD41A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6" name="Freeform 27">
              <a:extLst>
                <a:ext uri="{FF2B5EF4-FFF2-40B4-BE49-F238E27FC236}">
                  <a16:creationId xmlns:a16="http://schemas.microsoft.com/office/drawing/2014/main" id="{41FCE1F3-DEB3-47CD-90FF-7DABB4AF4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7" name="Freeform 28">
              <a:extLst>
                <a:ext uri="{FF2B5EF4-FFF2-40B4-BE49-F238E27FC236}">
                  <a16:creationId xmlns:a16="http://schemas.microsoft.com/office/drawing/2014/main" id="{5708E488-C19B-452C-B197-6F1C34F6E7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8" name="Freeform 29">
              <a:extLst>
                <a:ext uri="{FF2B5EF4-FFF2-40B4-BE49-F238E27FC236}">
                  <a16:creationId xmlns:a16="http://schemas.microsoft.com/office/drawing/2014/main" id="{89D3FD25-890E-4981-A71D-EE796873D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9" name="Freeform 30">
              <a:extLst>
                <a:ext uri="{FF2B5EF4-FFF2-40B4-BE49-F238E27FC236}">
                  <a16:creationId xmlns:a16="http://schemas.microsoft.com/office/drawing/2014/main" id="{51B5414C-556A-47CB-8EE2-974A85A7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0" name="Freeform 31">
              <a:extLst>
                <a:ext uri="{FF2B5EF4-FFF2-40B4-BE49-F238E27FC236}">
                  <a16:creationId xmlns:a16="http://schemas.microsoft.com/office/drawing/2014/main" id="{1C02B20C-2B27-4B75-8AEE-A5D2E2674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1" name="Freeform 32">
              <a:extLst>
                <a:ext uri="{FF2B5EF4-FFF2-40B4-BE49-F238E27FC236}">
                  <a16:creationId xmlns:a16="http://schemas.microsoft.com/office/drawing/2014/main" id="{54427714-F9AA-4F93-BD1D-400F1EA93F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2" name="Freeform 33">
              <a:extLst>
                <a:ext uri="{FF2B5EF4-FFF2-40B4-BE49-F238E27FC236}">
                  <a16:creationId xmlns:a16="http://schemas.microsoft.com/office/drawing/2014/main" id="{28A77D6A-9E81-497F-ABCC-2695BB5AD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3" name="Freeform 34">
              <a:extLst>
                <a:ext uri="{FF2B5EF4-FFF2-40B4-BE49-F238E27FC236}">
                  <a16:creationId xmlns:a16="http://schemas.microsoft.com/office/drawing/2014/main" id="{2A1533BA-1478-4F7C-8E24-3F3E90505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4" name="Freeform 35">
              <a:extLst>
                <a:ext uri="{FF2B5EF4-FFF2-40B4-BE49-F238E27FC236}">
                  <a16:creationId xmlns:a16="http://schemas.microsoft.com/office/drawing/2014/main" id="{39686201-E633-40FD-A80A-1E28AD52E3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5" name="Freeform 36">
              <a:extLst>
                <a:ext uri="{FF2B5EF4-FFF2-40B4-BE49-F238E27FC236}">
                  <a16:creationId xmlns:a16="http://schemas.microsoft.com/office/drawing/2014/main" id="{76A215C2-F590-4938-810B-F8A79366C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6" name="Freeform 37">
              <a:extLst>
                <a:ext uri="{FF2B5EF4-FFF2-40B4-BE49-F238E27FC236}">
                  <a16:creationId xmlns:a16="http://schemas.microsoft.com/office/drawing/2014/main" id="{85F418E7-330D-4002-8EC8-33C1A897F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7" name="Freeform 38">
              <a:extLst>
                <a:ext uri="{FF2B5EF4-FFF2-40B4-BE49-F238E27FC236}">
                  <a16:creationId xmlns:a16="http://schemas.microsoft.com/office/drawing/2014/main" id="{8FFE669A-54C9-4436-9566-C5A90F16DB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DE91395A-2D18-4AF6-A0AC-AAA7189FE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HK"/>
          </a:p>
        </p:txBody>
      </p:sp>
      <p:sp>
        <p:nvSpPr>
          <p:cNvPr id="41" name="Freeform 11">
            <a:extLst>
              <a:ext uri="{FF2B5EF4-FFF2-40B4-BE49-F238E27FC236}">
                <a16:creationId xmlns:a16="http://schemas.microsoft.com/office/drawing/2014/main" id="{A57352BE-A213-4040-BE8E-D4A925AD9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HK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E4E1799C-DC4F-7C03-77C5-259EDCBEB24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0643" r="20642" b="-1"/>
          <a:stretch>
            <a:fillRect/>
          </a:stretch>
        </p:blipFill>
        <p:spPr>
          <a:xfrm>
            <a:off x="4485557" y="10"/>
            <a:ext cx="7706443" cy="6857990"/>
          </a:xfrm>
          <a:prstGeom prst="rect">
            <a:avLst/>
          </a:prstGeom>
        </p:spPr>
      </p:pic>
      <p:sp useBgFill="1">
        <p:nvSpPr>
          <p:cNvPr id="43" name="Freeform: Shape 42">
            <a:extLst>
              <a:ext uri="{FF2B5EF4-FFF2-40B4-BE49-F238E27FC236}">
                <a16:creationId xmlns:a16="http://schemas.microsoft.com/office/drawing/2014/main" id="{23C7736A-5A08-4021-9AB6-390DFF506A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8170246" cy="6858000"/>
          </a:xfrm>
          <a:custGeom>
            <a:avLst/>
            <a:gdLst>
              <a:gd name="connsiteX0" fmla="*/ 4738960 w 8170246"/>
              <a:gd name="connsiteY0" fmla="*/ 0 h 6858000"/>
              <a:gd name="connsiteX1" fmla="*/ 4862151 w 8170246"/>
              <a:gd name="connsiteY1" fmla="*/ 0 h 6858000"/>
              <a:gd name="connsiteX2" fmla="*/ 8088169 w 8170246"/>
              <a:gd name="connsiteY2" fmla="*/ 3226735 h 6858000"/>
              <a:gd name="connsiteX3" fmla="*/ 8088169 w 8170246"/>
              <a:gd name="connsiteY3" fmla="*/ 3626507 h 6858000"/>
              <a:gd name="connsiteX4" fmla="*/ 4857393 w 8170246"/>
              <a:gd name="connsiteY4" fmla="*/ 6858000 h 6858000"/>
              <a:gd name="connsiteX5" fmla="*/ 4783581 w 8170246"/>
              <a:gd name="connsiteY5" fmla="*/ 6858000 h 6858000"/>
              <a:gd name="connsiteX6" fmla="*/ 4734202 w 8170246"/>
              <a:gd name="connsiteY6" fmla="*/ 6858000 h 6858000"/>
              <a:gd name="connsiteX7" fmla="*/ 7964978 w 8170246"/>
              <a:gd name="connsiteY7" fmla="*/ 3626507 h 6858000"/>
              <a:gd name="connsiteX8" fmla="*/ 7964978 w 8170246"/>
              <a:gd name="connsiteY8" fmla="*/ 3226735 h 6858000"/>
              <a:gd name="connsiteX9" fmla="*/ 4738960 w 8170246"/>
              <a:gd name="connsiteY9" fmla="*/ 0 h 6858000"/>
              <a:gd name="connsiteX10" fmla="*/ 0 w 8170246"/>
              <a:gd name="connsiteY10" fmla="*/ 0 h 6858000"/>
              <a:gd name="connsiteX11" fmla="*/ 98791 w 8170246"/>
              <a:gd name="connsiteY11" fmla="*/ 0 h 6858000"/>
              <a:gd name="connsiteX12" fmla="*/ 4456718 w 8170246"/>
              <a:gd name="connsiteY12" fmla="*/ 0 h 6858000"/>
              <a:gd name="connsiteX13" fmla="*/ 4603489 w 8170246"/>
              <a:gd name="connsiteY13" fmla="*/ 0 h 6858000"/>
              <a:gd name="connsiteX14" fmla="*/ 7829507 w 8170246"/>
              <a:gd name="connsiteY14" fmla="*/ 3226735 h 6858000"/>
              <a:gd name="connsiteX15" fmla="*/ 7829507 w 8170246"/>
              <a:gd name="connsiteY15" fmla="*/ 3626507 h 6858000"/>
              <a:gd name="connsiteX16" fmla="*/ 4598731 w 8170246"/>
              <a:gd name="connsiteY16" fmla="*/ 6858000 h 6858000"/>
              <a:gd name="connsiteX17" fmla="*/ 4540663 w 8170246"/>
              <a:gd name="connsiteY17" fmla="*/ 6858000 h 6858000"/>
              <a:gd name="connsiteX18" fmla="*/ 133398 w 8170246"/>
              <a:gd name="connsiteY18" fmla="*/ 6858000 h 6858000"/>
              <a:gd name="connsiteX19" fmla="*/ 0 w 8170246"/>
              <a:gd name="connsiteY1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8170246" h="6858000">
                <a:moveTo>
                  <a:pt x="4738960" y="0"/>
                </a:moveTo>
                <a:lnTo>
                  <a:pt x="4862151" y="0"/>
                </a:lnTo>
                <a:cubicBezTo>
                  <a:pt x="4862151" y="0"/>
                  <a:pt x="4862151" y="0"/>
                  <a:pt x="8088169" y="3226735"/>
                </a:cubicBezTo>
                <a:cubicBezTo>
                  <a:pt x="8197606" y="3336196"/>
                  <a:pt x="8197606" y="3517045"/>
                  <a:pt x="8088169" y="3626507"/>
                </a:cubicBezTo>
                <a:cubicBezTo>
                  <a:pt x="8088169" y="3626507"/>
                  <a:pt x="8088169" y="3626507"/>
                  <a:pt x="4857393" y="6858000"/>
                </a:cubicBezTo>
                <a:cubicBezTo>
                  <a:pt x="4857393" y="6858000"/>
                  <a:pt x="4857393" y="6858000"/>
                  <a:pt x="4783581" y="6858000"/>
                </a:cubicBezTo>
                <a:lnTo>
                  <a:pt x="4734202" y="6858000"/>
                </a:lnTo>
                <a:cubicBezTo>
                  <a:pt x="7964978" y="3626507"/>
                  <a:pt x="7964978" y="3626507"/>
                  <a:pt x="7964978" y="3626507"/>
                </a:cubicBezTo>
                <a:cubicBezTo>
                  <a:pt x="8074415" y="3517045"/>
                  <a:pt x="8074415" y="3336196"/>
                  <a:pt x="7964978" y="3226735"/>
                </a:cubicBezTo>
                <a:cubicBezTo>
                  <a:pt x="4738960" y="0"/>
                  <a:pt x="4738960" y="0"/>
                  <a:pt x="4738960" y="0"/>
                </a:cubicBezTo>
                <a:close/>
                <a:moveTo>
                  <a:pt x="0" y="0"/>
                </a:moveTo>
                <a:lnTo>
                  <a:pt x="98791" y="0"/>
                </a:lnTo>
                <a:cubicBezTo>
                  <a:pt x="1075904" y="0"/>
                  <a:pt x="2469401" y="0"/>
                  <a:pt x="4456718" y="0"/>
                </a:cubicBezTo>
                <a:lnTo>
                  <a:pt x="4603489" y="0"/>
                </a:lnTo>
                <a:cubicBezTo>
                  <a:pt x="4603489" y="0"/>
                  <a:pt x="4603489" y="0"/>
                  <a:pt x="7829507" y="3226735"/>
                </a:cubicBezTo>
                <a:cubicBezTo>
                  <a:pt x="7938944" y="3336196"/>
                  <a:pt x="7938944" y="3517045"/>
                  <a:pt x="7829507" y="3626507"/>
                </a:cubicBezTo>
                <a:cubicBezTo>
                  <a:pt x="7829507" y="3626507"/>
                  <a:pt x="7829507" y="3626507"/>
                  <a:pt x="4598731" y="6858000"/>
                </a:cubicBezTo>
                <a:lnTo>
                  <a:pt x="4540663" y="6858000"/>
                </a:lnTo>
                <a:cubicBezTo>
                  <a:pt x="4077749" y="6858000"/>
                  <a:pt x="2938270" y="6858000"/>
                  <a:pt x="133398" y="6858000"/>
                </a:cubicBezTo>
                <a:lnTo>
                  <a:pt x="0" y="6858000"/>
                </a:lnTo>
                <a:close/>
              </a:path>
            </a:pathLst>
          </a:cu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525" y="624110"/>
            <a:ext cx="4623955" cy="12808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METHODOLOGY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33DF4D3-8A35-461A-ABE0-F56B78A13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HK"/>
          </a:p>
        </p:txBody>
      </p:sp>
      <p:graphicFrame>
        <p:nvGraphicFramePr>
          <p:cNvPr id="47" name="Content Placeholder 2">
            <a:extLst>
              <a:ext uri="{FF2B5EF4-FFF2-40B4-BE49-F238E27FC236}">
                <a16:creationId xmlns:a16="http://schemas.microsoft.com/office/drawing/2014/main" id="{38E3EFA1-E524-3346-A502-6BA12CD1035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30061109"/>
              </p:ext>
            </p:extLst>
          </p:nvPr>
        </p:nvGraphicFramePr>
        <p:xfrm>
          <a:off x="531812" y="2133600"/>
          <a:ext cx="4625882" cy="3777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graphicEl>
                                              <a:dgm id="{02D147AB-6FE8-4D38-94C5-653F3CE5FE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>
                                            <p:graphicEl>
                                              <a:dgm id="{02D147AB-6FE8-4D38-94C5-653F3CE5FEF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graphicEl>
                                              <a:dgm id="{DE0523F1-E6FE-486E-9CAC-C18A154EAB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>
                                            <p:graphicEl>
                                              <a:dgm id="{DE0523F1-E6FE-486E-9CAC-C18A154EABB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graphicEl>
                                              <a:dgm id="{BCB7F865-88B3-4403-B590-0E1D023DA0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7">
                                            <p:graphicEl>
                                              <a:dgm id="{BCB7F865-88B3-4403-B590-0E1D023DA05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graphicEl>
                                              <a:dgm id="{4C730077-4F86-417F-AA2D-CA8B2B4B31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7">
                                            <p:graphicEl>
                                              <a:dgm id="{4C730077-4F86-417F-AA2D-CA8B2B4B31C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7" grpId="0">
        <p:bldSub>
          <a:bldDgm bld="lvl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398C59F-5A18-487B-91D6-B955AACF2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0557FAFE-C7C3-47EC-A4F5-9B21663192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95BC28FB-3882-4674-9D79-EA58BEB7C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9C6EC892-83F9-402F-8552-0AD7C0556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18387766-037C-4EF0-8471-D19CBF2A4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1E364F38-6F3A-476A-93E6-962EA817C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35C335A4-1E67-4293-8BE2-DFB085D4F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9A8A0F10-2C98-4297-9F92-5D9553392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C3B112A3-006E-4008-A778-DB5F6A09D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E5E62767-5C25-4C49-9568-432433A3C5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598EC006-77B1-42BA-B815-66CCB9B170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0" name="Freeform 21">
              <a:extLst>
                <a:ext uri="{FF2B5EF4-FFF2-40B4-BE49-F238E27FC236}">
                  <a16:creationId xmlns:a16="http://schemas.microsoft.com/office/drawing/2014/main" id="{A144ED09-DA06-491D-95A8-AB3DED432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1CB00BD2-11CD-4A38-8F38-02B0D1105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20234FB-542E-4550-9C2F-1B56FD41A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4" name="Freeform 27">
              <a:extLst>
                <a:ext uri="{FF2B5EF4-FFF2-40B4-BE49-F238E27FC236}">
                  <a16:creationId xmlns:a16="http://schemas.microsoft.com/office/drawing/2014/main" id="{41FCE1F3-DEB3-47CD-90FF-7DABB4AF4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5" name="Freeform 28">
              <a:extLst>
                <a:ext uri="{FF2B5EF4-FFF2-40B4-BE49-F238E27FC236}">
                  <a16:creationId xmlns:a16="http://schemas.microsoft.com/office/drawing/2014/main" id="{5708E488-C19B-452C-B197-6F1C34F6E7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6" name="Freeform 29">
              <a:extLst>
                <a:ext uri="{FF2B5EF4-FFF2-40B4-BE49-F238E27FC236}">
                  <a16:creationId xmlns:a16="http://schemas.microsoft.com/office/drawing/2014/main" id="{89D3FD25-890E-4981-A71D-EE796873D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51B5414C-556A-47CB-8EE2-974A85A7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8" name="Freeform 31">
              <a:extLst>
                <a:ext uri="{FF2B5EF4-FFF2-40B4-BE49-F238E27FC236}">
                  <a16:creationId xmlns:a16="http://schemas.microsoft.com/office/drawing/2014/main" id="{1C02B20C-2B27-4B75-8AEE-A5D2E2674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9" name="Freeform 32">
              <a:extLst>
                <a:ext uri="{FF2B5EF4-FFF2-40B4-BE49-F238E27FC236}">
                  <a16:creationId xmlns:a16="http://schemas.microsoft.com/office/drawing/2014/main" id="{54427714-F9AA-4F93-BD1D-400F1EA93F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0" name="Freeform 33">
              <a:extLst>
                <a:ext uri="{FF2B5EF4-FFF2-40B4-BE49-F238E27FC236}">
                  <a16:creationId xmlns:a16="http://schemas.microsoft.com/office/drawing/2014/main" id="{28A77D6A-9E81-497F-ABCC-2695BB5AD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1" name="Freeform 34">
              <a:extLst>
                <a:ext uri="{FF2B5EF4-FFF2-40B4-BE49-F238E27FC236}">
                  <a16:creationId xmlns:a16="http://schemas.microsoft.com/office/drawing/2014/main" id="{2A1533BA-1478-4F7C-8E24-3F3E90505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2" name="Freeform 35">
              <a:extLst>
                <a:ext uri="{FF2B5EF4-FFF2-40B4-BE49-F238E27FC236}">
                  <a16:creationId xmlns:a16="http://schemas.microsoft.com/office/drawing/2014/main" id="{39686201-E633-40FD-A80A-1E28AD52E3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3" name="Freeform 36">
              <a:extLst>
                <a:ext uri="{FF2B5EF4-FFF2-40B4-BE49-F238E27FC236}">
                  <a16:creationId xmlns:a16="http://schemas.microsoft.com/office/drawing/2014/main" id="{76A215C2-F590-4938-810B-F8A79366C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4" name="Freeform 37">
              <a:extLst>
                <a:ext uri="{FF2B5EF4-FFF2-40B4-BE49-F238E27FC236}">
                  <a16:creationId xmlns:a16="http://schemas.microsoft.com/office/drawing/2014/main" id="{85F418E7-330D-4002-8EC8-33C1A897F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5" name="Freeform 38">
              <a:extLst>
                <a:ext uri="{FF2B5EF4-FFF2-40B4-BE49-F238E27FC236}">
                  <a16:creationId xmlns:a16="http://schemas.microsoft.com/office/drawing/2014/main" id="{8FFE669A-54C9-4436-9566-C5A90F16DB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DE91395A-2D18-4AF6-A0AC-AAA7189FE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HK"/>
          </a:p>
        </p:txBody>
      </p:sp>
      <p:sp>
        <p:nvSpPr>
          <p:cNvPr id="39" name="Freeform 6">
            <a:extLst>
              <a:ext uri="{FF2B5EF4-FFF2-40B4-BE49-F238E27FC236}">
                <a16:creationId xmlns:a16="http://schemas.microsoft.com/office/drawing/2014/main" id="{7BD08880-457D-4C62-A3B5-6A9B0878C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H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8690" y="844510"/>
            <a:ext cx="3710018" cy="416974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ECEBD4-35BF-26BB-D438-DA43EBD5E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98690" y="5097928"/>
            <a:ext cx="3710018" cy="9155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DISCOVERING BUSINESS INSIGHTS </a:t>
            </a:r>
          </a:p>
        </p:txBody>
      </p:sp>
      <p:pic>
        <p:nvPicPr>
          <p:cNvPr id="5" name="Picture 4" descr="Graph on document with pen">
            <a:extLst>
              <a:ext uri="{FF2B5EF4-FFF2-40B4-BE49-F238E27FC236}">
                <a16:creationId xmlns:a16="http://schemas.microsoft.com/office/drawing/2014/main" id="{6C01A0AF-575C-1D09-C122-B526CFB379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284" r="13564"/>
          <a:stretch>
            <a:fillRect/>
          </a:stretch>
        </p:blipFill>
        <p:spPr>
          <a:xfrm>
            <a:off x="6095998" y="-20965"/>
            <a:ext cx="6096002" cy="6878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1">
            <a:extLst>
              <a:ext uri="{FF2B5EF4-FFF2-40B4-BE49-F238E27FC236}">
                <a16:creationId xmlns:a16="http://schemas.microsoft.com/office/drawing/2014/main" id="{54EEEBD9-D37D-42B9-BE64-2C102B1D6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HK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F47212-081A-4E41-8623-C5BD41ADD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89211" y="643467"/>
            <a:ext cx="8959322" cy="5571066"/>
          </a:xfrm>
          <a:prstGeom prst="rect">
            <a:avLst/>
          </a:prstGeom>
          <a:solidFill>
            <a:srgbClr val="FFFFFF"/>
          </a:solidFill>
          <a:ln w="12700" cap="sq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50D52A4F-FE29-56F6-D786-A76179FEC9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5208144"/>
              </p:ext>
            </p:extLst>
          </p:nvPr>
        </p:nvGraphicFramePr>
        <p:xfrm>
          <a:off x="2910944" y="968023"/>
          <a:ext cx="8319604" cy="49247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51311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166BF9EE-F7AC-4FA5-AC7E-001B3A642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3B48D182-44E3-4D8B-ACEF-F1A900BE4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355A535A-A489-477F-A314-593AA8CAF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954C2D4C-FD83-4EF4-9312-04442ABD6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C20701C2-CD9A-4698-BC97-E1085820C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62575C35-466F-42AE-87A1-D691849AB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58236F37-6119-45AC-80A0-CD2C311B5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F3FDD799-39FE-4D6F-9A64-2F472B215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9820D241-1D49-442C-A95A-00BC1BF9E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BC2197C-B383-4866-8ABD-74222400B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404B06AA-FC93-4471-9DE4-56A401E70A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E580600C-013F-4FAF-8FB7-4CC0FA80A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9BFCF199-64B2-4AEE-88C4-E954ABF36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312DBA5-56D8-42B2-BA94-28168C2A6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6" name="Freeform 27">
              <a:extLst>
                <a:ext uri="{FF2B5EF4-FFF2-40B4-BE49-F238E27FC236}">
                  <a16:creationId xmlns:a16="http://schemas.microsoft.com/office/drawing/2014/main" id="{7AD46C74-3117-46B0-B267-0F61B57CA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7" name="Freeform 28">
              <a:extLst>
                <a:ext uri="{FF2B5EF4-FFF2-40B4-BE49-F238E27FC236}">
                  <a16:creationId xmlns:a16="http://schemas.microsoft.com/office/drawing/2014/main" id="{8C13B810-9664-45D8-8510-D6ED0ADD7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8" name="Freeform 29">
              <a:extLst>
                <a:ext uri="{FF2B5EF4-FFF2-40B4-BE49-F238E27FC236}">
                  <a16:creationId xmlns:a16="http://schemas.microsoft.com/office/drawing/2014/main" id="{10306E52-A922-4458-BCCE-C3C840CC7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9" name="Freeform 30">
              <a:extLst>
                <a:ext uri="{FF2B5EF4-FFF2-40B4-BE49-F238E27FC236}">
                  <a16:creationId xmlns:a16="http://schemas.microsoft.com/office/drawing/2014/main" id="{CB578819-B7E7-4250-932F-52AE2A2A9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0" name="Freeform 31">
              <a:extLst>
                <a:ext uri="{FF2B5EF4-FFF2-40B4-BE49-F238E27FC236}">
                  <a16:creationId xmlns:a16="http://schemas.microsoft.com/office/drawing/2014/main" id="{454B9C91-B623-424A-B16E-F764F189D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1" name="Freeform 32">
              <a:extLst>
                <a:ext uri="{FF2B5EF4-FFF2-40B4-BE49-F238E27FC236}">
                  <a16:creationId xmlns:a16="http://schemas.microsoft.com/office/drawing/2014/main" id="{EFD03C4A-8484-41E6-B458-032F1DCA7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2" name="Freeform 33">
              <a:extLst>
                <a:ext uri="{FF2B5EF4-FFF2-40B4-BE49-F238E27FC236}">
                  <a16:creationId xmlns:a16="http://schemas.microsoft.com/office/drawing/2014/main" id="{DDC2F3C3-1D4E-4913-9C5C-F9A65B47E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3" name="Freeform 34">
              <a:extLst>
                <a:ext uri="{FF2B5EF4-FFF2-40B4-BE49-F238E27FC236}">
                  <a16:creationId xmlns:a16="http://schemas.microsoft.com/office/drawing/2014/main" id="{1E15BCA2-2420-4C53-ADE9-40FBAC238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4" name="Freeform 35">
              <a:extLst>
                <a:ext uri="{FF2B5EF4-FFF2-40B4-BE49-F238E27FC236}">
                  <a16:creationId xmlns:a16="http://schemas.microsoft.com/office/drawing/2014/main" id="{73D5FBF4-7129-4C51-B603-E3BC33419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5" name="Freeform 36">
              <a:extLst>
                <a:ext uri="{FF2B5EF4-FFF2-40B4-BE49-F238E27FC236}">
                  <a16:creationId xmlns:a16="http://schemas.microsoft.com/office/drawing/2014/main" id="{0165B164-CE2A-494C-88FC-507232B37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6" name="Freeform 37">
              <a:extLst>
                <a:ext uri="{FF2B5EF4-FFF2-40B4-BE49-F238E27FC236}">
                  <a16:creationId xmlns:a16="http://schemas.microsoft.com/office/drawing/2014/main" id="{87F127E5-B10B-4D18-BCF0-E7C3C7F40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7" name="Freeform 38">
              <a:extLst>
                <a:ext uri="{FF2B5EF4-FFF2-40B4-BE49-F238E27FC236}">
                  <a16:creationId xmlns:a16="http://schemas.microsoft.com/office/drawing/2014/main" id="{FC692D59-F28D-4E42-B435-225F2C6CF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1996130F-9AB5-4DE9-8574-3AF891C5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HK"/>
          </a:p>
        </p:txBody>
      </p:sp>
      <p:sp>
        <p:nvSpPr>
          <p:cNvPr id="41" name="Freeform 11">
            <a:extLst>
              <a:ext uri="{FF2B5EF4-FFF2-40B4-BE49-F238E27FC236}">
                <a16:creationId xmlns:a16="http://schemas.microsoft.com/office/drawing/2014/main" id="{7326F4E6-9131-42DA-97B2-0BA8D1E25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HK"/>
          </a:p>
        </p:txBody>
      </p: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3F4C104D-5F30-4811-9376-566B26E4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531EB5-A7A8-526A-F40D-999E51CA5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/>
              <a:t>Performance by Category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815E34B-5D02-4E01-A936-E8E1C0AB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HK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092F857-C8A7-2968-D713-060D7A7188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79323" y="2082353"/>
            <a:ext cx="5893797" cy="2887419"/>
          </a:xfrm>
          <a:prstGeom prst="rect">
            <a:avLst/>
          </a:prstGeom>
        </p:spPr>
      </p:pic>
      <p:sp>
        <p:nvSpPr>
          <p:cNvPr id="47" name="Freeform 11">
            <a:extLst>
              <a:ext uri="{FF2B5EF4-FFF2-40B4-BE49-F238E27FC236}">
                <a16:creationId xmlns:a16="http://schemas.microsoft.com/office/drawing/2014/main" id="{7DE3414B-B032-4710-A468-D3285E38C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480478EB-8234-ABFF-8FC3-DACDD363DD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22207441"/>
              </p:ext>
            </p:extLst>
          </p:nvPr>
        </p:nvGraphicFramePr>
        <p:xfrm>
          <a:off x="724647" y="1741424"/>
          <a:ext cx="4625882" cy="3777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94816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graphicEl>
                                              <a:dgm id="{02D147AB-6FE8-4D38-94C5-653F3CE5FE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>
                                            <p:graphicEl>
                                              <a:dgm id="{02D147AB-6FE8-4D38-94C5-653F3CE5FEF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graphicEl>
                                              <a:dgm id="{DE0523F1-E6FE-486E-9CAC-C18A154EAB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>
                                            <p:graphicEl>
                                              <a:dgm id="{DE0523F1-E6FE-486E-9CAC-C18A154EABB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graphicEl>
                                              <a:dgm id="{BCB7F865-88B3-4403-B590-0E1D023DA0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>
                                            <p:graphicEl>
                                              <a:dgm id="{BCB7F865-88B3-4403-B590-0E1D023DA05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4" grpId="0">
        <p:bldSub>
          <a:bldDgm bld="one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EB9B5B69-A297-4D2F-8B89-529DA8A27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54" name="Freeform 11">
              <a:extLst>
                <a:ext uri="{FF2B5EF4-FFF2-40B4-BE49-F238E27FC236}">
                  <a16:creationId xmlns:a16="http://schemas.microsoft.com/office/drawing/2014/main" id="{3E39D215-BF38-4094-82D7-61DED1145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5" name="Freeform 12">
              <a:extLst>
                <a:ext uri="{FF2B5EF4-FFF2-40B4-BE49-F238E27FC236}">
                  <a16:creationId xmlns:a16="http://schemas.microsoft.com/office/drawing/2014/main" id="{7412700A-91C4-4126-8F17-3B9449DBB3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6" name="Freeform 13">
              <a:extLst>
                <a:ext uri="{FF2B5EF4-FFF2-40B4-BE49-F238E27FC236}">
                  <a16:creationId xmlns:a16="http://schemas.microsoft.com/office/drawing/2014/main" id="{DF985802-25A8-4B99-89F0-2A42EC325F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7" name="Freeform 14">
              <a:extLst>
                <a:ext uri="{FF2B5EF4-FFF2-40B4-BE49-F238E27FC236}">
                  <a16:creationId xmlns:a16="http://schemas.microsoft.com/office/drawing/2014/main" id="{F54C35AF-DB92-4205-A779-2A385B7143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8" name="Freeform 15">
              <a:extLst>
                <a:ext uri="{FF2B5EF4-FFF2-40B4-BE49-F238E27FC236}">
                  <a16:creationId xmlns:a16="http://schemas.microsoft.com/office/drawing/2014/main" id="{9F845211-1F53-4E0A-891E-B78A206F07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9" name="Freeform 16">
              <a:extLst>
                <a:ext uri="{FF2B5EF4-FFF2-40B4-BE49-F238E27FC236}">
                  <a16:creationId xmlns:a16="http://schemas.microsoft.com/office/drawing/2014/main" id="{9149C7DD-9998-4805-BFC8-CEF5F5DF31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60" name="Freeform 17">
              <a:extLst>
                <a:ext uri="{FF2B5EF4-FFF2-40B4-BE49-F238E27FC236}">
                  <a16:creationId xmlns:a16="http://schemas.microsoft.com/office/drawing/2014/main" id="{47C8036D-3ECA-43DA-BAF5-3C65CF4112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61" name="Freeform 18">
              <a:extLst>
                <a:ext uri="{FF2B5EF4-FFF2-40B4-BE49-F238E27FC236}">
                  <a16:creationId xmlns:a16="http://schemas.microsoft.com/office/drawing/2014/main" id="{29C15912-CDE8-4DF3-9324-273FB4C86D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62" name="Freeform 19">
              <a:extLst>
                <a:ext uri="{FF2B5EF4-FFF2-40B4-BE49-F238E27FC236}">
                  <a16:creationId xmlns:a16="http://schemas.microsoft.com/office/drawing/2014/main" id="{37C68D51-B7DA-4572-AB7E-708540B3C6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63" name="Freeform 20">
              <a:extLst>
                <a:ext uri="{FF2B5EF4-FFF2-40B4-BE49-F238E27FC236}">
                  <a16:creationId xmlns:a16="http://schemas.microsoft.com/office/drawing/2014/main" id="{1AF802CB-4E9E-4895-9363-C119914909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64" name="Freeform 21">
              <a:extLst>
                <a:ext uri="{FF2B5EF4-FFF2-40B4-BE49-F238E27FC236}">
                  <a16:creationId xmlns:a16="http://schemas.microsoft.com/office/drawing/2014/main" id="{615760E5-5F27-4735-B01C-78E05F3FB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65" name="Freeform 22">
              <a:extLst>
                <a:ext uri="{FF2B5EF4-FFF2-40B4-BE49-F238E27FC236}">
                  <a16:creationId xmlns:a16="http://schemas.microsoft.com/office/drawing/2014/main" id="{DB9C6516-B2DB-432F-BD3A-A1792BD46F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BC9C8D0D-644B-4B97-B83C-CC8E64361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68" name="Freeform 27">
              <a:extLst>
                <a:ext uri="{FF2B5EF4-FFF2-40B4-BE49-F238E27FC236}">
                  <a16:creationId xmlns:a16="http://schemas.microsoft.com/office/drawing/2014/main" id="{F8BE1EA6-80CF-446B-A4FE-3F935A51C0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69" name="Freeform 28">
              <a:extLst>
                <a:ext uri="{FF2B5EF4-FFF2-40B4-BE49-F238E27FC236}">
                  <a16:creationId xmlns:a16="http://schemas.microsoft.com/office/drawing/2014/main" id="{10E39808-F4F7-43DE-AB53-82B7B55EA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70" name="Freeform 29">
              <a:extLst>
                <a:ext uri="{FF2B5EF4-FFF2-40B4-BE49-F238E27FC236}">
                  <a16:creationId xmlns:a16="http://schemas.microsoft.com/office/drawing/2014/main" id="{6ED5109A-600A-4C23-9BB3-C4C19C2D9F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71" name="Freeform 30">
              <a:extLst>
                <a:ext uri="{FF2B5EF4-FFF2-40B4-BE49-F238E27FC236}">
                  <a16:creationId xmlns:a16="http://schemas.microsoft.com/office/drawing/2014/main" id="{D76FF73F-8CA3-42B0-A680-353805CD2A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72" name="Freeform 31">
              <a:extLst>
                <a:ext uri="{FF2B5EF4-FFF2-40B4-BE49-F238E27FC236}">
                  <a16:creationId xmlns:a16="http://schemas.microsoft.com/office/drawing/2014/main" id="{B26A6949-3BEB-422A-854C-D4E26E4CF1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73" name="Freeform 32">
              <a:extLst>
                <a:ext uri="{FF2B5EF4-FFF2-40B4-BE49-F238E27FC236}">
                  <a16:creationId xmlns:a16="http://schemas.microsoft.com/office/drawing/2014/main" id="{FE07AD25-30AF-40CD-B901-DF1EDBD68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74" name="Freeform 33">
              <a:extLst>
                <a:ext uri="{FF2B5EF4-FFF2-40B4-BE49-F238E27FC236}">
                  <a16:creationId xmlns:a16="http://schemas.microsoft.com/office/drawing/2014/main" id="{5AA460AF-7760-4F15-881A-6F0BFDBCD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75" name="Freeform 34">
              <a:extLst>
                <a:ext uri="{FF2B5EF4-FFF2-40B4-BE49-F238E27FC236}">
                  <a16:creationId xmlns:a16="http://schemas.microsoft.com/office/drawing/2014/main" id="{EE53C70E-5D92-4C42-A34F-9F7D16006B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76" name="Freeform 35">
              <a:extLst>
                <a:ext uri="{FF2B5EF4-FFF2-40B4-BE49-F238E27FC236}">
                  <a16:creationId xmlns:a16="http://schemas.microsoft.com/office/drawing/2014/main" id="{C27614EE-0086-4D34-99BD-52F03708D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77" name="Freeform 36">
              <a:extLst>
                <a:ext uri="{FF2B5EF4-FFF2-40B4-BE49-F238E27FC236}">
                  <a16:creationId xmlns:a16="http://schemas.microsoft.com/office/drawing/2014/main" id="{326919B9-3ED4-4744-A713-326B3BAF62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78" name="Freeform 37">
              <a:extLst>
                <a:ext uri="{FF2B5EF4-FFF2-40B4-BE49-F238E27FC236}">
                  <a16:creationId xmlns:a16="http://schemas.microsoft.com/office/drawing/2014/main" id="{898BDBF5-8AA3-49CD-999A-ABA1F7AE3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79" name="Freeform 38">
              <a:extLst>
                <a:ext uri="{FF2B5EF4-FFF2-40B4-BE49-F238E27FC236}">
                  <a16:creationId xmlns:a16="http://schemas.microsoft.com/office/drawing/2014/main" id="{AF8ED3E0-CBE7-48C4-8F9E-FF98079CDB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</p:grpSp>
      <p:sp>
        <p:nvSpPr>
          <p:cNvPr id="81" name="Rectangle 80">
            <a:extLst>
              <a:ext uri="{FF2B5EF4-FFF2-40B4-BE49-F238E27FC236}">
                <a16:creationId xmlns:a16="http://schemas.microsoft.com/office/drawing/2014/main" id="{A84F153B-2093-4171-BD2D-1631695C9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HK"/>
          </a:p>
        </p:txBody>
      </p:sp>
      <p:sp>
        <p:nvSpPr>
          <p:cNvPr id="83" name="Freeform 6">
            <a:extLst>
              <a:ext uri="{FF2B5EF4-FFF2-40B4-BE49-F238E27FC236}">
                <a16:creationId xmlns:a16="http://schemas.microsoft.com/office/drawing/2014/main" id="{DB5BC99D-7BEA-4F13-B82B-A956E2D097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HK"/>
          </a:p>
        </p:txBody>
      </p:sp>
      <p:sp useBgFill="1">
        <p:nvSpPr>
          <p:cNvPr id="85" name="Rectangle 84">
            <a:extLst>
              <a:ext uri="{FF2B5EF4-FFF2-40B4-BE49-F238E27FC236}">
                <a16:creationId xmlns:a16="http://schemas.microsoft.com/office/drawing/2014/main" id="{65781D42-087D-484C-840B-CFDCDDEB2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87" name="Freeform 5">
            <a:extLst>
              <a:ext uri="{FF2B5EF4-FFF2-40B4-BE49-F238E27FC236}">
                <a16:creationId xmlns:a16="http://schemas.microsoft.com/office/drawing/2014/main" id="{2F2D0089-EE06-49C0-9C5F-56B94DF2D3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4298416"/>
            <a:ext cx="10602096" cy="2170389"/>
          </a:xfrm>
          <a:custGeom>
            <a:avLst/>
            <a:gdLst>
              <a:gd name="T0" fmla="*/ 2253 w 2259"/>
              <a:gd name="T1" fmla="*/ 195 h 413"/>
              <a:gd name="T2" fmla="*/ 2064 w 2259"/>
              <a:gd name="T3" fmla="*/ 7 h 413"/>
              <a:gd name="T4" fmla="*/ 2062 w 2259"/>
              <a:gd name="T5" fmla="*/ 5 h 413"/>
              <a:gd name="T6" fmla="*/ 2048 w 2259"/>
              <a:gd name="T7" fmla="*/ 0 h 413"/>
              <a:gd name="T8" fmla="*/ 891 w 2259"/>
              <a:gd name="T9" fmla="*/ 0 h 413"/>
              <a:gd name="T10" fmla="*/ 851 w 2259"/>
              <a:gd name="T11" fmla="*/ 0 h 413"/>
              <a:gd name="T12" fmla="*/ 541 w 2259"/>
              <a:gd name="T13" fmla="*/ 0 h 413"/>
              <a:gd name="T14" fmla="*/ 54 w 2259"/>
              <a:gd name="T15" fmla="*/ 0 h 413"/>
              <a:gd name="T16" fmla="*/ 0 w 2259"/>
              <a:gd name="T17" fmla="*/ 0 h 413"/>
              <a:gd name="T18" fmla="*/ 0 w 2259"/>
              <a:gd name="T19" fmla="*/ 413 h 413"/>
              <a:gd name="T20" fmla="*/ 54 w 2259"/>
              <a:gd name="T21" fmla="*/ 413 h 413"/>
              <a:gd name="T22" fmla="*/ 541 w 2259"/>
              <a:gd name="T23" fmla="*/ 413 h 413"/>
              <a:gd name="T24" fmla="*/ 851 w 2259"/>
              <a:gd name="T25" fmla="*/ 413 h 413"/>
              <a:gd name="T26" fmla="*/ 891 w 2259"/>
              <a:gd name="T27" fmla="*/ 413 h 413"/>
              <a:gd name="T28" fmla="*/ 2048 w 2259"/>
              <a:gd name="T29" fmla="*/ 413 h 413"/>
              <a:gd name="T30" fmla="*/ 2062 w 2259"/>
              <a:gd name="T31" fmla="*/ 408 h 413"/>
              <a:gd name="T32" fmla="*/ 2064 w 2259"/>
              <a:gd name="T33" fmla="*/ 406 h 413"/>
              <a:gd name="T34" fmla="*/ 2253 w 2259"/>
              <a:gd name="T35" fmla="*/ 217 h 413"/>
              <a:gd name="T36" fmla="*/ 2253 w 2259"/>
              <a:gd name="T37" fmla="*/ 195 h 4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259" h="413">
                <a:moveTo>
                  <a:pt x="2253" y="195"/>
                </a:moveTo>
                <a:cubicBezTo>
                  <a:pt x="2064" y="7"/>
                  <a:pt x="2064" y="7"/>
                  <a:pt x="2064" y="7"/>
                </a:cubicBezTo>
                <a:cubicBezTo>
                  <a:pt x="2064" y="6"/>
                  <a:pt x="2063" y="5"/>
                  <a:pt x="2062" y="5"/>
                </a:cubicBezTo>
                <a:cubicBezTo>
                  <a:pt x="2058" y="2"/>
                  <a:pt x="2053" y="0"/>
                  <a:pt x="2048" y="0"/>
                </a:cubicBezTo>
                <a:cubicBezTo>
                  <a:pt x="891" y="0"/>
                  <a:pt x="891" y="0"/>
                  <a:pt x="891" y="0"/>
                </a:cubicBezTo>
                <a:cubicBezTo>
                  <a:pt x="851" y="0"/>
                  <a:pt x="851" y="0"/>
                  <a:pt x="851" y="0"/>
                </a:cubicBezTo>
                <a:cubicBezTo>
                  <a:pt x="541" y="0"/>
                  <a:pt x="541" y="0"/>
                  <a:pt x="541" y="0"/>
                </a:cubicBezTo>
                <a:cubicBezTo>
                  <a:pt x="54" y="0"/>
                  <a:pt x="54" y="0"/>
                  <a:pt x="5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413"/>
                  <a:pt x="0" y="413"/>
                  <a:pt x="0" y="413"/>
                </a:cubicBezTo>
                <a:cubicBezTo>
                  <a:pt x="54" y="413"/>
                  <a:pt x="54" y="413"/>
                  <a:pt x="54" y="413"/>
                </a:cubicBezTo>
                <a:cubicBezTo>
                  <a:pt x="541" y="413"/>
                  <a:pt x="541" y="413"/>
                  <a:pt x="541" y="413"/>
                </a:cubicBezTo>
                <a:cubicBezTo>
                  <a:pt x="851" y="413"/>
                  <a:pt x="851" y="413"/>
                  <a:pt x="851" y="413"/>
                </a:cubicBezTo>
                <a:cubicBezTo>
                  <a:pt x="891" y="413"/>
                  <a:pt x="891" y="413"/>
                  <a:pt x="891" y="413"/>
                </a:cubicBezTo>
                <a:cubicBezTo>
                  <a:pt x="2048" y="413"/>
                  <a:pt x="2048" y="413"/>
                  <a:pt x="2048" y="413"/>
                </a:cubicBezTo>
                <a:cubicBezTo>
                  <a:pt x="2053" y="413"/>
                  <a:pt x="2058" y="411"/>
                  <a:pt x="2062" y="408"/>
                </a:cubicBezTo>
                <a:cubicBezTo>
                  <a:pt x="2063" y="407"/>
                  <a:pt x="2064" y="406"/>
                  <a:pt x="2064" y="406"/>
                </a:cubicBezTo>
                <a:cubicBezTo>
                  <a:pt x="2253" y="217"/>
                  <a:pt x="2253" y="217"/>
                  <a:pt x="2253" y="217"/>
                </a:cubicBezTo>
                <a:cubicBezTo>
                  <a:pt x="2259" y="211"/>
                  <a:pt x="2259" y="201"/>
                  <a:pt x="2253" y="195"/>
                </a:cubicBezTo>
                <a:close/>
              </a:path>
            </a:pathLst>
          </a:custGeom>
          <a:solidFill>
            <a:srgbClr val="000000">
              <a:alpha val="92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B05B4C-EEFD-337A-C548-EA79EDD36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5480" y="5154331"/>
            <a:ext cx="8458200" cy="58545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400" dirty="0">
                <a:solidFill>
                  <a:srgbClr val="FFFFFF"/>
                </a:solidFill>
              </a:rPr>
              <a:t>Monthly Sales by Category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B2C3B94-2961-8D2C-7E8E-0B6A528B1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604" y="533127"/>
            <a:ext cx="3308707" cy="333321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F5FAB98-FCAC-2DDB-3E7F-CDCFF18D9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81" y="405991"/>
            <a:ext cx="6643494" cy="3587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768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D96625-9F53-A4CD-C22F-C8BA9B0E1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B2BA5341-DB65-A0FC-CE7D-0B662DF28B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54" name="Freeform 11">
              <a:extLst>
                <a:ext uri="{FF2B5EF4-FFF2-40B4-BE49-F238E27FC236}">
                  <a16:creationId xmlns:a16="http://schemas.microsoft.com/office/drawing/2014/main" id="{A9FAC8CD-1BF1-1B57-7430-525B9289E9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5" name="Freeform 12">
              <a:extLst>
                <a:ext uri="{FF2B5EF4-FFF2-40B4-BE49-F238E27FC236}">
                  <a16:creationId xmlns:a16="http://schemas.microsoft.com/office/drawing/2014/main" id="{A66C3CE0-3A14-B537-0003-F159F7931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6" name="Freeform 13">
              <a:extLst>
                <a:ext uri="{FF2B5EF4-FFF2-40B4-BE49-F238E27FC236}">
                  <a16:creationId xmlns:a16="http://schemas.microsoft.com/office/drawing/2014/main" id="{E3278FCB-DE09-087B-778E-B96EA7521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7" name="Freeform 14">
              <a:extLst>
                <a:ext uri="{FF2B5EF4-FFF2-40B4-BE49-F238E27FC236}">
                  <a16:creationId xmlns:a16="http://schemas.microsoft.com/office/drawing/2014/main" id="{67367F4B-B97F-48C8-2AAB-FFA9EE80B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8" name="Freeform 15">
              <a:extLst>
                <a:ext uri="{FF2B5EF4-FFF2-40B4-BE49-F238E27FC236}">
                  <a16:creationId xmlns:a16="http://schemas.microsoft.com/office/drawing/2014/main" id="{AD01E17D-D368-8C9F-0CFB-0E85BDBD1D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9" name="Freeform 16">
              <a:extLst>
                <a:ext uri="{FF2B5EF4-FFF2-40B4-BE49-F238E27FC236}">
                  <a16:creationId xmlns:a16="http://schemas.microsoft.com/office/drawing/2014/main" id="{AC34F993-22CA-7372-2E28-6AD7BE522B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60" name="Freeform 17">
              <a:extLst>
                <a:ext uri="{FF2B5EF4-FFF2-40B4-BE49-F238E27FC236}">
                  <a16:creationId xmlns:a16="http://schemas.microsoft.com/office/drawing/2014/main" id="{A6702E1C-4F4B-CB7F-6DBD-8C3E51501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61" name="Freeform 18">
              <a:extLst>
                <a:ext uri="{FF2B5EF4-FFF2-40B4-BE49-F238E27FC236}">
                  <a16:creationId xmlns:a16="http://schemas.microsoft.com/office/drawing/2014/main" id="{BB0CC0F6-ACC2-F1A6-7803-4BF3785CF9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62" name="Freeform 19">
              <a:extLst>
                <a:ext uri="{FF2B5EF4-FFF2-40B4-BE49-F238E27FC236}">
                  <a16:creationId xmlns:a16="http://schemas.microsoft.com/office/drawing/2014/main" id="{43A8FABD-CA6D-7044-994E-FFBA8271A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63" name="Freeform 20">
              <a:extLst>
                <a:ext uri="{FF2B5EF4-FFF2-40B4-BE49-F238E27FC236}">
                  <a16:creationId xmlns:a16="http://schemas.microsoft.com/office/drawing/2014/main" id="{20B7423D-B1D4-D89B-899E-36EF78C8D2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64" name="Freeform 21">
              <a:extLst>
                <a:ext uri="{FF2B5EF4-FFF2-40B4-BE49-F238E27FC236}">
                  <a16:creationId xmlns:a16="http://schemas.microsoft.com/office/drawing/2014/main" id="{B820341D-84AF-1099-0142-58AEB08ED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65" name="Freeform 22">
              <a:extLst>
                <a:ext uri="{FF2B5EF4-FFF2-40B4-BE49-F238E27FC236}">
                  <a16:creationId xmlns:a16="http://schemas.microsoft.com/office/drawing/2014/main" id="{2F97871D-E961-8B69-18FC-A0D7D87E7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35820FC8-B700-A43F-87F7-8FE59B3AF8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68" name="Freeform 27">
              <a:extLst>
                <a:ext uri="{FF2B5EF4-FFF2-40B4-BE49-F238E27FC236}">
                  <a16:creationId xmlns:a16="http://schemas.microsoft.com/office/drawing/2014/main" id="{A17480B3-72F0-6A80-6B0B-74236D8806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69" name="Freeform 28">
              <a:extLst>
                <a:ext uri="{FF2B5EF4-FFF2-40B4-BE49-F238E27FC236}">
                  <a16:creationId xmlns:a16="http://schemas.microsoft.com/office/drawing/2014/main" id="{40064F89-7BDE-2A55-4298-F9EE84FA7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70" name="Freeform 29">
              <a:extLst>
                <a:ext uri="{FF2B5EF4-FFF2-40B4-BE49-F238E27FC236}">
                  <a16:creationId xmlns:a16="http://schemas.microsoft.com/office/drawing/2014/main" id="{902CE949-83C4-9080-BE25-8BCD5A071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71" name="Freeform 30">
              <a:extLst>
                <a:ext uri="{FF2B5EF4-FFF2-40B4-BE49-F238E27FC236}">
                  <a16:creationId xmlns:a16="http://schemas.microsoft.com/office/drawing/2014/main" id="{1833E0D4-72BA-D794-E7E1-63E3EBF5CF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72" name="Freeform 31">
              <a:extLst>
                <a:ext uri="{FF2B5EF4-FFF2-40B4-BE49-F238E27FC236}">
                  <a16:creationId xmlns:a16="http://schemas.microsoft.com/office/drawing/2014/main" id="{FD133F71-5EDB-6477-0D0B-0135AE5F1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73" name="Freeform 32">
              <a:extLst>
                <a:ext uri="{FF2B5EF4-FFF2-40B4-BE49-F238E27FC236}">
                  <a16:creationId xmlns:a16="http://schemas.microsoft.com/office/drawing/2014/main" id="{03C87C94-0BF9-D891-EE7C-8AB1924470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74" name="Freeform 33">
              <a:extLst>
                <a:ext uri="{FF2B5EF4-FFF2-40B4-BE49-F238E27FC236}">
                  <a16:creationId xmlns:a16="http://schemas.microsoft.com/office/drawing/2014/main" id="{91AF17A3-3EC1-57AC-FCC8-C20D4FC36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75" name="Freeform 34">
              <a:extLst>
                <a:ext uri="{FF2B5EF4-FFF2-40B4-BE49-F238E27FC236}">
                  <a16:creationId xmlns:a16="http://schemas.microsoft.com/office/drawing/2014/main" id="{45DB9B53-AAD3-B88C-B264-3F4CFD2CD5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76" name="Freeform 35">
              <a:extLst>
                <a:ext uri="{FF2B5EF4-FFF2-40B4-BE49-F238E27FC236}">
                  <a16:creationId xmlns:a16="http://schemas.microsoft.com/office/drawing/2014/main" id="{3F617484-9985-C38C-A3C4-956073E8E1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77" name="Freeform 36">
              <a:extLst>
                <a:ext uri="{FF2B5EF4-FFF2-40B4-BE49-F238E27FC236}">
                  <a16:creationId xmlns:a16="http://schemas.microsoft.com/office/drawing/2014/main" id="{67D558E6-AD4C-FAE2-C67F-86E5DD574C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78" name="Freeform 37">
              <a:extLst>
                <a:ext uri="{FF2B5EF4-FFF2-40B4-BE49-F238E27FC236}">
                  <a16:creationId xmlns:a16="http://schemas.microsoft.com/office/drawing/2014/main" id="{05746349-A126-6063-9CB8-C29769D86D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79" name="Freeform 38">
              <a:extLst>
                <a:ext uri="{FF2B5EF4-FFF2-40B4-BE49-F238E27FC236}">
                  <a16:creationId xmlns:a16="http://schemas.microsoft.com/office/drawing/2014/main" id="{F9A8817B-FF42-A1D5-B5A3-5793A266E6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</p:grpSp>
      <p:sp>
        <p:nvSpPr>
          <p:cNvPr id="81" name="Rectangle 80">
            <a:extLst>
              <a:ext uri="{FF2B5EF4-FFF2-40B4-BE49-F238E27FC236}">
                <a16:creationId xmlns:a16="http://schemas.microsoft.com/office/drawing/2014/main" id="{8C6F47C8-AFA4-0F9F-6155-AEF8F82D5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HK"/>
          </a:p>
        </p:txBody>
      </p:sp>
      <p:sp>
        <p:nvSpPr>
          <p:cNvPr id="83" name="Freeform 6">
            <a:extLst>
              <a:ext uri="{FF2B5EF4-FFF2-40B4-BE49-F238E27FC236}">
                <a16:creationId xmlns:a16="http://schemas.microsoft.com/office/drawing/2014/main" id="{9812BE1E-A3BF-5640-F6E8-5637988F8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HK"/>
          </a:p>
        </p:txBody>
      </p:sp>
      <p:sp useBgFill="1">
        <p:nvSpPr>
          <p:cNvPr id="85" name="Rectangle 84">
            <a:extLst>
              <a:ext uri="{FF2B5EF4-FFF2-40B4-BE49-F238E27FC236}">
                <a16:creationId xmlns:a16="http://schemas.microsoft.com/office/drawing/2014/main" id="{ADF8D556-147F-B5AC-EC5F-89B19DE76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87" name="Freeform 5">
            <a:extLst>
              <a:ext uri="{FF2B5EF4-FFF2-40B4-BE49-F238E27FC236}">
                <a16:creationId xmlns:a16="http://schemas.microsoft.com/office/drawing/2014/main" id="{B12D8415-E5CE-6401-DE24-B63DDA401F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4298416"/>
            <a:ext cx="10602096" cy="2170389"/>
          </a:xfrm>
          <a:custGeom>
            <a:avLst/>
            <a:gdLst>
              <a:gd name="T0" fmla="*/ 2253 w 2259"/>
              <a:gd name="T1" fmla="*/ 195 h 413"/>
              <a:gd name="T2" fmla="*/ 2064 w 2259"/>
              <a:gd name="T3" fmla="*/ 7 h 413"/>
              <a:gd name="T4" fmla="*/ 2062 w 2259"/>
              <a:gd name="T5" fmla="*/ 5 h 413"/>
              <a:gd name="T6" fmla="*/ 2048 w 2259"/>
              <a:gd name="T7" fmla="*/ 0 h 413"/>
              <a:gd name="T8" fmla="*/ 891 w 2259"/>
              <a:gd name="T9" fmla="*/ 0 h 413"/>
              <a:gd name="T10" fmla="*/ 851 w 2259"/>
              <a:gd name="T11" fmla="*/ 0 h 413"/>
              <a:gd name="T12" fmla="*/ 541 w 2259"/>
              <a:gd name="T13" fmla="*/ 0 h 413"/>
              <a:gd name="T14" fmla="*/ 54 w 2259"/>
              <a:gd name="T15" fmla="*/ 0 h 413"/>
              <a:gd name="T16" fmla="*/ 0 w 2259"/>
              <a:gd name="T17" fmla="*/ 0 h 413"/>
              <a:gd name="T18" fmla="*/ 0 w 2259"/>
              <a:gd name="T19" fmla="*/ 413 h 413"/>
              <a:gd name="T20" fmla="*/ 54 w 2259"/>
              <a:gd name="T21" fmla="*/ 413 h 413"/>
              <a:gd name="T22" fmla="*/ 541 w 2259"/>
              <a:gd name="T23" fmla="*/ 413 h 413"/>
              <a:gd name="T24" fmla="*/ 851 w 2259"/>
              <a:gd name="T25" fmla="*/ 413 h 413"/>
              <a:gd name="T26" fmla="*/ 891 w 2259"/>
              <a:gd name="T27" fmla="*/ 413 h 413"/>
              <a:gd name="T28" fmla="*/ 2048 w 2259"/>
              <a:gd name="T29" fmla="*/ 413 h 413"/>
              <a:gd name="T30" fmla="*/ 2062 w 2259"/>
              <a:gd name="T31" fmla="*/ 408 h 413"/>
              <a:gd name="T32" fmla="*/ 2064 w 2259"/>
              <a:gd name="T33" fmla="*/ 406 h 413"/>
              <a:gd name="T34" fmla="*/ 2253 w 2259"/>
              <a:gd name="T35" fmla="*/ 217 h 413"/>
              <a:gd name="T36" fmla="*/ 2253 w 2259"/>
              <a:gd name="T37" fmla="*/ 195 h 4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259" h="413">
                <a:moveTo>
                  <a:pt x="2253" y="195"/>
                </a:moveTo>
                <a:cubicBezTo>
                  <a:pt x="2064" y="7"/>
                  <a:pt x="2064" y="7"/>
                  <a:pt x="2064" y="7"/>
                </a:cubicBezTo>
                <a:cubicBezTo>
                  <a:pt x="2064" y="6"/>
                  <a:pt x="2063" y="5"/>
                  <a:pt x="2062" y="5"/>
                </a:cubicBezTo>
                <a:cubicBezTo>
                  <a:pt x="2058" y="2"/>
                  <a:pt x="2053" y="0"/>
                  <a:pt x="2048" y="0"/>
                </a:cubicBezTo>
                <a:cubicBezTo>
                  <a:pt x="891" y="0"/>
                  <a:pt x="891" y="0"/>
                  <a:pt x="891" y="0"/>
                </a:cubicBezTo>
                <a:cubicBezTo>
                  <a:pt x="851" y="0"/>
                  <a:pt x="851" y="0"/>
                  <a:pt x="851" y="0"/>
                </a:cubicBezTo>
                <a:cubicBezTo>
                  <a:pt x="541" y="0"/>
                  <a:pt x="541" y="0"/>
                  <a:pt x="541" y="0"/>
                </a:cubicBezTo>
                <a:cubicBezTo>
                  <a:pt x="54" y="0"/>
                  <a:pt x="54" y="0"/>
                  <a:pt x="5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413"/>
                  <a:pt x="0" y="413"/>
                  <a:pt x="0" y="413"/>
                </a:cubicBezTo>
                <a:cubicBezTo>
                  <a:pt x="54" y="413"/>
                  <a:pt x="54" y="413"/>
                  <a:pt x="54" y="413"/>
                </a:cubicBezTo>
                <a:cubicBezTo>
                  <a:pt x="541" y="413"/>
                  <a:pt x="541" y="413"/>
                  <a:pt x="541" y="413"/>
                </a:cubicBezTo>
                <a:cubicBezTo>
                  <a:pt x="851" y="413"/>
                  <a:pt x="851" y="413"/>
                  <a:pt x="851" y="413"/>
                </a:cubicBezTo>
                <a:cubicBezTo>
                  <a:pt x="891" y="413"/>
                  <a:pt x="891" y="413"/>
                  <a:pt x="891" y="413"/>
                </a:cubicBezTo>
                <a:cubicBezTo>
                  <a:pt x="2048" y="413"/>
                  <a:pt x="2048" y="413"/>
                  <a:pt x="2048" y="413"/>
                </a:cubicBezTo>
                <a:cubicBezTo>
                  <a:pt x="2053" y="413"/>
                  <a:pt x="2058" y="411"/>
                  <a:pt x="2062" y="408"/>
                </a:cubicBezTo>
                <a:cubicBezTo>
                  <a:pt x="2063" y="407"/>
                  <a:pt x="2064" y="406"/>
                  <a:pt x="2064" y="406"/>
                </a:cubicBezTo>
                <a:cubicBezTo>
                  <a:pt x="2253" y="217"/>
                  <a:pt x="2253" y="217"/>
                  <a:pt x="2253" y="217"/>
                </a:cubicBezTo>
                <a:cubicBezTo>
                  <a:pt x="2259" y="211"/>
                  <a:pt x="2259" y="201"/>
                  <a:pt x="2253" y="195"/>
                </a:cubicBezTo>
                <a:close/>
              </a:path>
            </a:pathLst>
          </a:custGeom>
          <a:solidFill>
            <a:srgbClr val="000000">
              <a:alpha val="92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7AFDC5-022C-1F2C-CFBF-A2EECB7EA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744" y="5174190"/>
            <a:ext cx="8458200" cy="54573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400" dirty="0">
                <a:solidFill>
                  <a:srgbClr val="FFFFFF"/>
                </a:solidFill>
              </a:rPr>
              <a:t>Monthly Revenue by Category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7A65C5-60B7-F861-3DCA-17E55B7A1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465" y="533126"/>
            <a:ext cx="3308707" cy="33052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C356CC-2E08-C536-3A34-90E9F1C3F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0342" y="394085"/>
            <a:ext cx="6036334" cy="3599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449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41D049E-2C7B-4131-B81E-E5B643BD6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635463-D121-4B16-AB61-D492DD3F02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slide2" descr="Top Product">
            <a:extLst>
              <a:ext uri="{FF2B5EF4-FFF2-40B4-BE49-F238E27FC236}">
                <a16:creationId xmlns:a16="http://schemas.microsoft.com/office/drawing/2014/main" id="{56847F40-A344-465F-92AE-7EA8B49D86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4083" y="643467"/>
            <a:ext cx="6963833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7536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4B7F0-ABC6-CDCF-4D5D-05CDC8DEA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Special Findings in Regression Models</a:t>
            </a:r>
          </a:p>
        </p:txBody>
      </p:sp>
      <p:graphicFrame>
        <p:nvGraphicFramePr>
          <p:cNvPr id="7" name="Vertical Text Placeholder 2">
            <a:extLst>
              <a:ext uri="{FF2B5EF4-FFF2-40B4-BE49-F238E27FC236}">
                <a16:creationId xmlns:a16="http://schemas.microsoft.com/office/drawing/2014/main" id="{720ED770-D612-4120-E4D4-67CA0E6F70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9588579"/>
              </p:ext>
            </p:extLst>
          </p:nvPr>
        </p:nvGraphicFramePr>
        <p:xfrm>
          <a:off x="2589212" y="2133600"/>
          <a:ext cx="8915400" cy="3886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75465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989C1AA-AA9A-4245-B618-89EA6A1331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F989C1AA-AA9A-4245-B618-89EA6A13318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8E2654F-19E2-4124-8B35-7C60CAA484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graphicEl>
                                              <a:dgm id="{D8E2654F-19E2-4124-8B35-7C60CAA484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39841C9-908D-42BE-B509-F738ED7F1E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graphicEl>
                                              <a:dgm id="{A39841C9-908D-42BE-B509-F738ED7F1EC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51D0AE1-1A1A-424B-9F60-89C7FA9EE3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graphicEl>
                                              <a:dgm id="{151D0AE1-1A1A-424B-9F60-89C7FA9EE38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B682C57-A9E1-4250-B4A2-000463E659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graphicEl>
                                              <a:dgm id="{9B682C57-A9E1-4250-B4A2-000463E6596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986D6A6-1EC8-4781-BBDB-AB060D3E70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graphicEl>
                                              <a:dgm id="{3986D6A6-1EC8-4781-BBDB-AB060D3E702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559A6CE-2439-4A0E-807A-52D4FF1172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>
                                            <p:graphicEl>
                                              <a:dgm id="{6559A6CE-2439-4A0E-807A-52D4FF11722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AC64CEF-819A-48EF-9638-84AE60A795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graphicEl>
                                              <a:dgm id="{1AC64CEF-819A-48EF-9638-84AE60A7953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D2FDA8A-ED3F-4E08-85CE-AD8093E444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>
                                            <p:graphicEl>
                                              <a:dgm id="{8D2FDA8A-ED3F-4E08-85CE-AD8093E4447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8CD25866-F15D-40A4-AEC5-47C044637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DCB8E995-36E8-40B6-82D4-F52DE2987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DF54AEB5-68B5-46AE-B8F0-EEBE5DFED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E3F708CB-F094-4EE7-8AD5-A462F1DF8B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ECFCFB22-E8B5-4FAC-A354-E7E0CE6F2B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ED1DB3B4-A6DC-476F-986E-DF361EE84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4EE13DFA-3489-4DE6-9154-34D9CB400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5CD12D51-F9A8-4CC9-B9C9-206EAFD8C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266B326C-1178-40F9-A265-6067D363B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12F3B319-F00B-4755-BC54-95511E21DB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3079D7BD-8A3F-47F6-8407-D9DA96FF35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1F97C31C-8585-43FB-924B-8ADD651233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A33E1C89-7E74-49BF-A5D1-9A352ED03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C4A17ED-96AA-44A6-A050-E1A7A1CDD9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3" name="Freeform 27">
              <a:extLst>
                <a:ext uri="{FF2B5EF4-FFF2-40B4-BE49-F238E27FC236}">
                  <a16:creationId xmlns:a16="http://schemas.microsoft.com/office/drawing/2014/main" id="{FBB2A87E-3E24-4A6F-9FD8-0F1436D4D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4" name="Freeform 28">
              <a:extLst>
                <a:ext uri="{FF2B5EF4-FFF2-40B4-BE49-F238E27FC236}">
                  <a16:creationId xmlns:a16="http://schemas.microsoft.com/office/drawing/2014/main" id="{257F945B-2AA3-4328-BFF5-20DE64011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5" name="Freeform 29">
              <a:extLst>
                <a:ext uri="{FF2B5EF4-FFF2-40B4-BE49-F238E27FC236}">
                  <a16:creationId xmlns:a16="http://schemas.microsoft.com/office/drawing/2014/main" id="{E1A7230F-6A6F-403C-9D83-7176E28525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6" name="Freeform 30">
              <a:extLst>
                <a:ext uri="{FF2B5EF4-FFF2-40B4-BE49-F238E27FC236}">
                  <a16:creationId xmlns:a16="http://schemas.microsoft.com/office/drawing/2014/main" id="{E33E315A-9CB0-460E-A8B7-0A064BBFA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7" name="Freeform 31">
              <a:extLst>
                <a:ext uri="{FF2B5EF4-FFF2-40B4-BE49-F238E27FC236}">
                  <a16:creationId xmlns:a16="http://schemas.microsoft.com/office/drawing/2014/main" id="{22CAAD33-CFAD-4E61-82AE-0C6F83853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8" name="Freeform 32">
              <a:extLst>
                <a:ext uri="{FF2B5EF4-FFF2-40B4-BE49-F238E27FC236}">
                  <a16:creationId xmlns:a16="http://schemas.microsoft.com/office/drawing/2014/main" id="{1A20E13C-2540-4000-A13B-8F781100E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9" name="Freeform 33">
              <a:extLst>
                <a:ext uri="{FF2B5EF4-FFF2-40B4-BE49-F238E27FC236}">
                  <a16:creationId xmlns:a16="http://schemas.microsoft.com/office/drawing/2014/main" id="{51EF0A01-E03D-448B-B12E-D5BFC6D0D2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0" name="Freeform 34">
              <a:extLst>
                <a:ext uri="{FF2B5EF4-FFF2-40B4-BE49-F238E27FC236}">
                  <a16:creationId xmlns:a16="http://schemas.microsoft.com/office/drawing/2014/main" id="{58286A03-168E-477B-8876-2C53E4950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1" name="Freeform 35">
              <a:extLst>
                <a:ext uri="{FF2B5EF4-FFF2-40B4-BE49-F238E27FC236}">
                  <a16:creationId xmlns:a16="http://schemas.microsoft.com/office/drawing/2014/main" id="{3DFFC705-1899-4E4C-AE76-F85BAF2F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2" name="Freeform 36">
              <a:extLst>
                <a:ext uri="{FF2B5EF4-FFF2-40B4-BE49-F238E27FC236}">
                  <a16:creationId xmlns:a16="http://schemas.microsoft.com/office/drawing/2014/main" id="{01C9598D-BDF6-4A24-83B6-4DCA4D134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3" name="Freeform 37">
              <a:extLst>
                <a:ext uri="{FF2B5EF4-FFF2-40B4-BE49-F238E27FC236}">
                  <a16:creationId xmlns:a16="http://schemas.microsoft.com/office/drawing/2014/main" id="{950C8213-67CD-4DEF-AA44-8BB3101392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4" name="Freeform 38">
              <a:extLst>
                <a:ext uri="{FF2B5EF4-FFF2-40B4-BE49-F238E27FC236}">
                  <a16:creationId xmlns:a16="http://schemas.microsoft.com/office/drawing/2014/main" id="{2016FE1D-E3EB-4CF6-809B-159872CC7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CE6C63DC-BAE4-42B6-8FDF-F6467C2D2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HK"/>
          </a:p>
        </p:txBody>
      </p:sp>
      <p:sp>
        <p:nvSpPr>
          <p:cNvPr id="38" name="Freeform 6">
            <a:extLst>
              <a:ext uri="{FF2B5EF4-FFF2-40B4-BE49-F238E27FC236}">
                <a16:creationId xmlns:a16="http://schemas.microsoft.com/office/drawing/2014/main" id="{5BD23F8E-2E78-4C84-8EFB-FE6C8ACB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HK"/>
          </a:p>
        </p:txBody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57ABABA7-0420-4200-9B65-1C1967CE9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A03E380-9CD1-4ABA-A763-9F9D252B8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009967" y="0"/>
            <a:ext cx="6176982" cy="6853245"/>
            <a:chOff x="2487613" y="285750"/>
            <a:chExt cx="2428876" cy="5654676"/>
          </a:xfrm>
          <a:solidFill>
            <a:schemeClr val="bg2">
              <a:lumMod val="90000"/>
            </a:schemeClr>
          </a:solidFill>
        </p:grpSpPr>
        <p:sp>
          <p:nvSpPr>
            <p:cNvPr id="43" name="Freeform 11">
              <a:extLst>
                <a:ext uri="{FF2B5EF4-FFF2-40B4-BE49-F238E27FC236}">
                  <a16:creationId xmlns:a16="http://schemas.microsoft.com/office/drawing/2014/main" id="{66E01B84-4C2B-4DE5-90C8-9C4001A75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44" name="Freeform 12">
              <a:extLst>
                <a:ext uri="{FF2B5EF4-FFF2-40B4-BE49-F238E27FC236}">
                  <a16:creationId xmlns:a16="http://schemas.microsoft.com/office/drawing/2014/main" id="{64CE5A7A-D5C5-4FE5-860C-0B5748FDE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45" name="Freeform 13">
              <a:extLst>
                <a:ext uri="{FF2B5EF4-FFF2-40B4-BE49-F238E27FC236}">
                  <a16:creationId xmlns:a16="http://schemas.microsoft.com/office/drawing/2014/main" id="{016A7D2A-6EEA-47B8-A763-7D82E41B3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46" name="Freeform 14">
              <a:extLst>
                <a:ext uri="{FF2B5EF4-FFF2-40B4-BE49-F238E27FC236}">
                  <a16:creationId xmlns:a16="http://schemas.microsoft.com/office/drawing/2014/main" id="{E758F6E7-6DEC-48D0-ACB1-E5E26B13E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47" name="Freeform 15">
              <a:extLst>
                <a:ext uri="{FF2B5EF4-FFF2-40B4-BE49-F238E27FC236}">
                  <a16:creationId xmlns:a16="http://schemas.microsoft.com/office/drawing/2014/main" id="{B56657FF-C027-42E7-859B-902929B6FA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79047F2A-5978-46C6-B3A2-54AAC2136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49" name="Freeform 17">
              <a:extLst>
                <a:ext uri="{FF2B5EF4-FFF2-40B4-BE49-F238E27FC236}">
                  <a16:creationId xmlns:a16="http://schemas.microsoft.com/office/drawing/2014/main" id="{F3BE8FD1-0A72-4640-AC7A-2E057273F8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0" name="Freeform 18">
              <a:extLst>
                <a:ext uri="{FF2B5EF4-FFF2-40B4-BE49-F238E27FC236}">
                  <a16:creationId xmlns:a16="http://schemas.microsoft.com/office/drawing/2014/main" id="{752FC782-A372-4D11-B20D-958955E56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1" name="Freeform 19">
              <a:extLst>
                <a:ext uri="{FF2B5EF4-FFF2-40B4-BE49-F238E27FC236}">
                  <a16:creationId xmlns:a16="http://schemas.microsoft.com/office/drawing/2014/main" id="{AA00B2F1-BEE2-444A-8249-C8E3212CA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2" name="Freeform 20">
              <a:extLst>
                <a:ext uri="{FF2B5EF4-FFF2-40B4-BE49-F238E27FC236}">
                  <a16:creationId xmlns:a16="http://schemas.microsoft.com/office/drawing/2014/main" id="{E7F5747E-514B-4CF7-B6B0-DAD7149097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3" name="Freeform 21">
              <a:extLst>
                <a:ext uri="{FF2B5EF4-FFF2-40B4-BE49-F238E27FC236}">
                  <a16:creationId xmlns:a16="http://schemas.microsoft.com/office/drawing/2014/main" id="{931614BB-1593-40ED-8113-2BD118705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4" name="Freeform 22">
              <a:extLst>
                <a:ext uri="{FF2B5EF4-FFF2-40B4-BE49-F238E27FC236}">
                  <a16:creationId xmlns:a16="http://schemas.microsoft.com/office/drawing/2014/main" id="{2691871F-F15C-4E19-BC9C-78E5748D74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</p:grpSp>
      <p:sp>
        <p:nvSpPr>
          <p:cNvPr id="56" name="Freeform 6">
            <a:extLst>
              <a:ext uri="{FF2B5EF4-FFF2-40B4-BE49-F238E27FC236}">
                <a16:creationId xmlns:a16="http://schemas.microsoft.com/office/drawing/2014/main" id="{8576F020-8157-45CE-B1D9-6FA47AFEB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1159566"/>
            <a:ext cx="7560245" cy="453886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/>
          <a:lstStyle/>
          <a:p>
            <a:endParaRPr lang="en-H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078CE8-1CFC-EF56-A22F-E9F80FD227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7215" y="1318590"/>
            <a:ext cx="5102159" cy="42208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400">
                <a:solidFill>
                  <a:srgbClr val="FFFFFF"/>
                </a:solidFill>
              </a:rPr>
              <a:t>BUSINESS STRATEGY ADVISORY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0EE77B-9B5A-71E1-90F5-6F21AA9F58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12032" y="804334"/>
            <a:ext cx="3675634" cy="52493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ADJUSTMENT BASED ON SCIENCE</a:t>
            </a:r>
          </a:p>
        </p:txBody>
      </p:sp>
    </p:spTree>
    <p:extLst>
      <p:ext uri="{BB962C8B-B14F-4D97-AF65-F5344CB8AC3E}">
        <p14:creationId xmlns:p14="http://schemas.microsoft.com/office/powerpoint/2010/main" val="2579561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400" y="624110"/>
            <a:ext cx="10588212" cy="1280890"/>
          </a:xfrm>
          <a:noFill/>
        </p:spPr>
        <p:txBody>
          <a:bodyPr/>
          <a:lstStyle/>
          <a:p>
            <a:pPr algn="ctr"/>
            <a:r>
              <a:rPr lang="en-US" dirty="0"/>
              <a:t>BUSINESS DIRECTION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916399" y="2032663"/>
            <a:ext cx="4557684" cy="4067492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2400" dirty="0"/>
              <a:t>Stop Relying on Books and Sports Products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717918" y="2032663"/>
            <a:ext cx="4635881" cy="4067492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2400" dirty="0"/>
              <a:t>Expand Markets in Clothes and Home &amp; Kitchen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52463FE-DBC0-DA4C-0E37-A123D7D5633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63240813"/>
              </p:ext>
            </p:extLst>
          </p:nvPr>
        </p:nvGraphicFramePr>
        <p:xfrm>
          <a:off x="834961" y="2964792"/>
          <a:ext cx="4544443" cy="2961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45B78BC3-986F-19A2-B9FF-C5F93679C64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80247188"/>
              </p:ext>
            </p:extLst>
          </p:nvPr>
        </p:nvGraphicFramePr>
        <p:xfrm>
          <a:off x="6717918" y="2964791"/>
          <a:ext cx="4635881" cy="29611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2D147AB-6FE8-4D38-94C5-653F3CE5FE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02D147AB-6FE8-4D38-94C5-653F3CE5FEF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E0523F1-E6FE-486E-9CAC-C18A154EAB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graphicEl>
                                              <a:dgm id="{DE0523F1-E6FE-486E-9CAC-C18A154EABB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CB7F865-88B3-4403-B590-0E1D023DA0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graphicEl>
                                              <a:dgm id="{BCB7F865-88B3-4403-B590-0E1D023DA05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2D147AB-6FE8-4D38-94C5-653F3CE5FE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graphicEl>
                                              <a:dgm id="{02D147AB-6FE8-4D38-94C5-653F3CE5FEF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E0523F1-E6FE-486E-9CAC-C18A154EAB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graphicEl>
                                              <a:dgm id="{DE0523F1-E6FE-486E-9CAC-C18A154EABB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CB7F865-88B3-4403-B590-0E1D023DA0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graphicEl>
                                              <a:dgm id="{BCB7F865-88B3-4403-B590-0E1D023DA05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  <p:bldGraphic spid="6" grpId="0">
        <p:bldSub>
          <a:bldDgm bld="one"/>
        </p:bldSub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dirty="0"/>
              <a:t>SEASONAL ADJUSTMENT SUGGESTION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15CE58D-2739-522B-7C3A-6A7C98536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Following the monthly variation of each category, adopt different Discounts and Advertising campaigns</a:t>
            </a:r>
          </a:p>
          <a:p>
            <a:endParaRPr lang="en-US" dirty="0"/>
          </a:p>
          <a:p>
            <a:r>
              <a:rPr lang="en-US" dirty="0"/>
              <a:t>Offer Discount during low demand; Advertise during high demand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0B3E875-E861-6EB7-9D54-1FB801B084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0285163"/>
              </p:ext>
            </p:extLst>
          </p:nvPr>
        </p:nvGraphicFramePr>
        <p:xfrm>
          <a:off x="4108449" y="2319013"/>
          <a:ext cx="7059591" cy="3621767"/>
        </p:xfrm>
        <a:graphic>
          <a:graphicData uri="http://schemas.openxmlformats.org/drawingml/2006/table">
            <a:tbl>
              <a:tblPr firstRow="1" firstCol="1" bandRow="1">
                <a:tableStyleId>{9DCAF9ED-07DC-4A11-8D7F-57B35C25682E}</a:tableStyleId>
              </a:tblPr>
              <a:tblGrid>
                <a:gridCol w="2352936">
                  <a:extLst>
                    <a:ext uri="{9D8B030D-6E8A-4147-A177-3AD203B41FA5}">
                      <a16:colId xmlns:a16="http://schemas.microsoft.com/office/drawing/2014/main" val="3233172122"/>
                    </a:ext>
                  </a:extLst>
                </a:gridCol>
                <a:gridCol w="2352936">
                  <a:extLst>
                    <a:ext uri="{9D8B030D-6E8A-4147-A177-3AD203B41FA5}">
                      <a16:colId xmlns:a16="http://schemas.microsoft.com/office/drawing/2014/main" val="1997349119"/>
                    </a:ext>
                  </a:extLst>
                </a:gridCol>
                <a:gridCol w="2353719">
                  <a:extLst>
                    <a:ext uri="{9D8B030D-6E8A-4147-A177-3AD203B41FA5}">
                      <a16:colId xmlns:a16="http://schemas.microsoft.com/office/drawing/2014/main" val="2346259597"/>
                    </a:ext>
                  </a:extLst>
                </a:gridCol>
              </a:tblGrid>
              <a:tr h="53091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HK" sz="1200" kern="100" dirty="0">
                          <a:effectLst/>
                        </a:rPr>
                        <a:t>Month</a:t>
                      </a:r>
                      <a:endParaRPr lang="en-HK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HK" sz="1200" kern="100">
                          <a:effectLst/>
                        </a:rPr>
                        <a:t>Discount Sales Campaign</a:t>
                      </a:r>
                      <a:endParaRPr lang="en-HK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HK" sz="1200" kern="100">
                          <a:effectLst/>
                        </a:rPr>
                        <a:t>Advertisement</a:t>
                      </a:r>
                      <a:endParaRPr lang="en-HK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01340012"/>
                  </a:ext>
                </a:extLst>
              </a:tr>
              <a:tr h="25757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HK" sz="1200" kern="100">
                          <a:effectLst/>
                        </a:rPr>
                        <a:t>January</a:t>
                      </a:r>
                      <a:endParaRPr lang="en-HK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HK" sz="1200" kern="100">
                          <a:effectLst/>
                        </a:rPr>
                        <a:t>Clothing</a:t>
                      </a:r>
                      <a:endParaRPr lang="en-HK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HK" sz="1200" kern="100">
                          <a:effectLst/>
                        </a:rPr>
                        <a:t>Electronics</a:t>
                      </a:r>
                      <a:endParaRPr lang="en-HK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85483839"/>
                  </a:ext>
                </a:extLst>
              </a:tr>
              <a:tr h="25757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HK" sz="1200" kern="100">
                          <a:effectLst/>
                        </a:rPr>
                        <a:t>February</a:t>
                      </a:r>
                      <a:endParaRPr lang="en-HK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HK" sz="1200" kern="100">
                          <a:effectLst/>
                        </a:rPr>
                        <a:t>Home &amp; Kitchen</a:t>
                      </a:r>
                      <a:endParaRPr lang="en-HK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HK" sz="1200" kern="100">
                          <a:effectLst/>
                        </a:rPr>
                        <a:t>Sports</a:t>
                      </a:r>
                      <a:endParaRPr lang="en-HK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91828723"/>
                  </a:ext>
                </a:extLst>
              </a:tr>
              <a:tr h="25757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HK" sz="1200" kern="100">
                          <a:effectLst/>
                        </a:rPr>
                        <a:t>March</a:t>
                      </a:r>
                      <a:endParaRPr lang="en-HK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HK" sz="1200" kern="100">
                          <a:effectLst/>
                        </a:rPr>
                        <a:t>Electronics</a:t>
                      </a:r>
                      <a:endParaRPr lang="en-HK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HK" sz="1200" kern="100">
                          <a:effectLst/>
                        </a:rPr>
                        <a:t>Clothing</a:t>
                      </a:r>
                      <a:endParaRPr lang="en-HK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1267856"/>
                  </a:ext>
                </a:extLst>
              </a:tr>
              <a:tr h="25757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HK" sz="1200" kern="100">
                          <a:effectLst/>
                        </a:rPr>
                        <a:t>April</a:t>
                      </a:r>
                      <a:endParaRPr lang="en-HK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HK" sz="1200" kern="100">
                          <a:effectLst/>
                        </a:rPr>
                        <a:t>Toys</a:t>
                      </a:r>
                      <a:endParaRPr lang="en-HK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HK" sz="1200" kern="100">
                          <a:effectLst/>
                        </a:rPr>
                        <a:t>Health</a:t>
                      </a:r>
                      <a:endParaRPr lang="en-HK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16872785"/>
                  </a:ext>
                </a:extLst>
              </a:tr>
              <a:tr h="25757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HK" sz="1200" kern="100">
                          <a:effectLst/>
                        </a:rPr>
                        <a:t>May</a:t>
                      </a:r>
                      <a:endParaRPr lang="en-HK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HK" sz="1200" kern="100">
                          <a:effectLst/>
                        </a:rPr>
                        <a:t>Sports</a:t>
                      </a:r>
                      <a:endParaRPr lang="en-HK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HK" sz="1200" kern="100">
                          <a:effectLst/>
                        </a:rPr>
                        <a:t>Books</a:t>
                      </a:r>
                      <a:endParaRPr lang="en-HK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23102866"/>
                  </a:ext>
                </a:extLst>
              </a:tr>
              <a:tr h="25757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HK" sz="1200" kern="100">
                          <a:effectLst/>
                        </a:rPr>
                        <a:t>June</a:t>
                      </a:r>
                      <a:endParaRPr lang="en-HK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HK" sz="1200" kern="100">
                          <a:effectLst/>
                        </a:rPr>
                        <a:t>Health</a:t>
                      </a:r>
                      <a:endParaRPr lang="en-HK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HK" sz="1200" kern="100">
                          <a:effectLst/>
                        </a:rPr>
                        <a:t>Toys</a:t>
                      </a:r>
                      <a:endParaRPr lang="en-HK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10150415"/>
                  </a:ext>
                </a:extLst>
              </a:tr>
              <a:tr h="25757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HK" sz="1200" kern="100">
                          <a:effectLst/>
                        </a:rPr>
                        <a:t>July</a:t>
                      </a:r>
                      <a:endParaRPr lang="en-HK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HK" sz="1200" kern="100">
                          <a:effectLst/>
                        </a:rPr>
                        <a:t>Home &amp; Kitchen</a:t>
                      </a:r>
                      <a:endParaRPr lang="en-HK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HK" sz="1200" kern="100">
                          <a:effectLst/>
                        </a:rPr>
                        <a:t>Health</a:t>
                      </a:r>
                      <a:endParaRPr lang="en-HK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6363057"/>
                  </a:ext>
                </a:extLst>
              </a:tr>
              <a:tr h="25757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HK" sz="1200" kern="100">
                          <a:effectLst/>
                        </a:rPr>
                        <a:t>August</a:t>
                      </a:r>
                      <a:endParaRPr lang="en-HK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HK" sz="1200" kern="100">
                          <a:effectLst/>
                        </a:rPr>
                        <a:t>Sports</a:t>
                      </a:r>
                      <a:endParaRPr lang="en-HK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HK" sz="1200" kern="100">
                          <a:effectLst/>
                        </a:rPr>
                        <a:t>Toys</a:t>
                      </a:r>
                      <a:endParaRPr lang="en-HK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28150697"/>
                  </a:ext>
                </a:extLst>
              </a:tr>
              <a:tr h="25757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HK" sz="1200" kern="100">
                          <a:effectLst/>
                        </a:rPr>
                        <a:t>September</a:t>
                      </a:r>
                      <a:endParaRPr lang="en-HK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HK" sz="1200" kern="100">
                          <a:effectLst/>
                        </a:rPr>
                        <a:t>Toys</a:t>
                      </a:r>
                      <a:endParaRPr lang="en-HK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HK" sz="1200" kern="100">
                          <a:effectLst/>
                        </a:rPr>
                        <a:t>Sports</a:t>
                      </a:r>
                      <a:endParaRPr lang="en-HK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39114425"/>
                  </a:ext>
                </a:extLst>
              </a:tr>
              <a:tr h="25757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HK" sz="1200" kern="100">
                          <a:effectLst/>
                        </a:rPr>
                        <a:t>October</a:t>
                      </a:r>
                      <a:endParaRPr lang="en-HK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HK" sz="1200" kern="100">
                          <a:effectLst/>
                        </a:rPr>
                        <a:t>Clothing</a:t>
                      </a:r>
                      <a:endParaRPr lang="en-HK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HK" sz="1200" kern="100">
                          <a:effectLst/>
                        </a:rPr>
                        <a:t>Books</a:t>
                      </a:r>
                      <a:endParaRPr lang="en-HK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14394405"/>
                  </a:ext>
                </a:extLst>
              </a:tr>
              <a:tr h="25757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HK" sz="1200" kern="100">
                          <a:effectLst/>
                        </a:rPr>
                        <a:t>November</a:t>
                      </a:r>
                      <a:endParaRPr lang="en-HK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HK" sz="1200" kern="100">
                          <a:effectLst/>
                        </a:rPr>
                        <a:t>Electronics</a:t>
                      </a:r>
                      <a:endParaRPr lang="en-HK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HK" sz="1200" kern="100">
                          <a:effectLst/>
                        </a:rPr>
                        <a:t>Home &amp; Kitchen</a:t>
                      </a:r>
                      <a:endParaRPr lang="en-HK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58542388"/>
                  </a:ext>
                </a:extLst>
              </a:tr>
              <a:tr h="25757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HK" sz="1200" kern="100" dirty="0">
                          <a:effectLst/>
                        </a:rPr>
                        <a:t>December</a:t>
                      </a:r>
                      <a:endParaRPr lang="en-HK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HK" sz="1200" kern="100">
                          <a:effectLst/>
                        </a:rPr>
                        <a:t>Sports</a:t>
                      </a:r>
                      <a:endParaRPr lang="en-HK" sz="12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HK" sz="1200" kern="100" dirty="0">
                          <a:effectLst/>
                        </a:rPr>
                        <a:t>Toys</a:t>
                      </a:r>
                      <a:endParaRPr lang="en-HK" sz="12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5631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66BF9EE-F7AC-4FA5-AC7E-001B3A642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3B48D182-44E3-4D8B-ACEF-F1A900BE4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355A535A-A489-477F-A314-593AA8CAF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954C2D4C-FD83-4EF4-9312-04442ABD6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20701C2-CD9A-4698-BC97-E1085820C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62575C35-466F-42AE-87A1-D691849AB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58236F37-6119-45AC-80A0-CD2C311B5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FDD799-39FE-4D6F-9A64-2F472B215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9820D241-1D49-442C-A95A-00BC1BF9E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EBC2197C-B383-4866-8ABD-74222400B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404B06AA-FC93-4471-9DE4-56A401E70A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E580600C-013F-4FAF-8FB7-4CC0FA80A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9BFCF199-64B2-4AEE-88C4-E954ABF36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312DBA5-56D8-42B2-BA94-28168C2A6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5" name="Freeform 27">
              <a:extLst>
                <a:ext uri="{FF2B5EF4-FFF2-40B4-BE49-F238E27FC236}">
                  <a16:creationId xmlns:a16="http://schemas.microsoft.com/office/drawing/2014/main" id="{7AD46C74-3117-46B0-B267-0F61B57CA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6" name="Freeform 28">
              <a:extLst>
                <a:ext uri="{FF2B5EF4-FFF2-40B4-BE49-F238E27FC236}">
                  <a16:creationId xmlns:a16="http://schemas.microsoft.com/office/drawing/2014/main" id="{8C13B810-9664-45D8-8510-D6ED0ADD7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7" name="Freeform 29">
              <a:extLst>
                <a:ext uri="{FF2B5EF4-FFF2-40B4-BE49-F238E27FC236}">
                  <a16:creationId xmlns:a16="http://schemas.microsoft.com/office/drawing/2014/main" id="{10306E52-A922-4458-BCCE-C3C840CC7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8" name="Freeform 30">
              <a:extLst>
                <a:ext uri="{FF2B5EF4-FFF2-40B4-BE49-F238E27FC236}">
                  <a16:creationId xmlns:a16="http://schemas.microsoft.com/office/drawing/2014/main" id="{CB578819-B7E7-4250-932F-52AE2A2A9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9" name="Freeform 31">
              <a:extLst>
                <a:ext uri="{FF2B5EF4-FFF2-40B4-BE49-F238E27FC236}">
                  <a16:creationId xmlns:a16="http://schemas.microsoft.com/office/drawing/2014/main" id="{454B9C91-B623-424A-B16E-F764F189D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0" name="Freeform 32">
              <a:extLst>
                <a:ext uri="{FF2B5EF4-FFF2-40B4-BE49-F238E27FC236}">
                  <a16:creationId xmlns:a16="http://schemas.microsoft.com/office/drawing/2014/main" id="{EFD03C4A-8484-41E6-B458-032F1DCA7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1" name="Freeform 33">
              <a:extLst>
                <a:ext uri="{FF2B5EF4-FFF2-40B4-BE49-F238E27FC236}">
                  <a16:creationId xmlns:a16="http://schemas.microsoft.com/office/drawing/2014/main" id="{DDC2F3C3-1D4E-4913-9C5C-F9A65B47E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2" name="Freeform 34">
              <a:extLst>
                <a:ext uri="{FF2B5EF4-FFF2-40B4-BE49-F238E27FC236}">
                  <a16:creationId xmlns:a16="http://schemas.microsoft.com/office/drawing/2014/main" id="{1E15BCA2-2420-4C53-ADE9-40FBAC238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3" name="Freeform 35">
              <a:extLst>
                <a:ext uri="{FF2B5EF4-FFF2-40B4-BE49-F238E27FC236}">
                  <a16:creationId xmlns:a16="http://schemas.microsoft.com/office/drawing/2014/main" id="{73D5FBF4-7129-4C51-B603-E3BC33419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0165B164-CE2A-494C-88FC-507232B37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5" name="Freeform 37">
              <a:extLst>
                <a:ext uri="{FF2B5EF4-FFF2-40B4-BE49-F238E27FC236}">
                  <a16:creationId xmlns:a16="http://schemas.microsoft.com/office/drawing/2014/main" id="{87F127E5-B10B-4D18-BCF0-E7C3C7F40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6" name="Freeform 38">
              <a:extLst>
                <a:ext uri="{FF2B5EF4-FFF2-40B4-BE49-F238E27FC236}">
                  <a16:creationId xmlns:a16="http://schemas.microsoft.com/office/drawing/2014/main" id="{FC692D59-F28D-4E42-B435-225F2C6CF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1996130F-9AB5-4DE9-8574-3AF891C5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HK"/>
          </a:p>
        </p:txBody>
      </p:sp>
      <p:sp>
        <p:nvSpPr>
          <p:cNvPr id="40" name="Freeform 11">
            <a:extLst>
              <a:ext uri="{FF2B5EF4-FFF2-40B4-BE49-F238E27FC236}">
                <a16:creationId xmlns:a16="http://schemas.microsoft.com/office/drawing/2014/main" id="{7326F4E6-9131-42DA-97B2-0BA8D1E25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H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2BA69E-1DC9-1AFC-B0A8-8C8DBCF78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7669" y="624110"/>
            <a:ext cx="4137059" cy="12808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/>
              <a:t>FINANCING SUGGESTION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97464F-9A11-ACB7-7CA8-390DF55BDE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83956" y="2133600"/>
            <a:ext cx="4140772" cy="377762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Wingdings 3" charset="2"/>
              <a:buChar char=""/>
            </a:pPr>
            <a:r>
              <a:rPr lang="en-US" sz="2400" dirty="0">
                <a:solidFill>
                  <a:srgbClr val="000000"/>
                </a:solidFill>
              </a:rPr>
              <a:t>Time Deposit or Buy Treasury Bills in High-Revenue months</a:t>
            </a:r>
          </a:p>
          <a:p>
            <a:pPr>
              <a:buFont typeface="Wingdings 3" charset="2"/>
              <a:buChar char=""/>
            </a:pPr>
            <a:r>
              <a:rPr lang="en-US" sz="2400" dirty="0">
                <a:solidFill>
                  <a:srgbClr val="000000"/>
                </a:solidFill>
              </a:rPr>
              <a:t>Mature at Low-Revenue months</a:t>
            </a:r>
          </a:p>
          <a:p>
            <a:pPr>
              <a:buFont typeface="Wingdings 3" charset="2"/>
              <a:buChar char=""/>
            </a:pPr>
            <a:r>
              <a:rPr lang="en-US" sz="2400" dirty="0">
                <a:solidFill>
                  <a:srgbClr val="000000"/>
                </a:solidFill>
              </a:rPr>
              <a:t>Earn Interest</a:t>
            </a:r>
          </a:p>
          <a:p>
            <a:pPr>
              <a:buFont typeface="Wingdings 3" charset="2"/>
              <a:buChar char=""/>
            </a:pPr>
            <a:r>
              <a:rPr lang="en-US" sz="2400" dirty="0">
                <a:solidFill>
                  <a:srgbClr val="000000"/>
                </a:solidFill>
              </a:rPr>
              <a:t>Enhance Income Stability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0ACAFF-792E-1F41-6B2B-79FDE5BD3E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93856" y="645106"/>
            <a:ext cx="5247747" cy="524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8717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398C59F-5A18-487B-91D6-B955AACF2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0557FAFE-C7C3-47EC-A4F5-9B21663192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95BC28FB-3882-4674-9D79-EA58BEB7C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9C6EC892-83F9-402F-8552-0AD7C0556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18387766-037C-4EF0-8471-D19CBF2A4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1E364F38-6F3A-476A-93E6-962EA817C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35C335A4-1E67-4293-8BE2-DFB085D4F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9A8A0F10-2C98-4297-9F92-5D9553392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C3B112A3-006E-4008-A778-DB5F6A09D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E5E62767-5C25-4C49-9568-432433A3C5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598EC006-77B1-42BA-B815-66CCB9B170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0" name="Freeform 21">
              <a:extLst>
                <a:ext uri="{FF2B5EF4-FFF2-40B4-BE49-F238E27FC236}">
                  <a16:creationId xmlns:a16="http://schemas.microsoft.com/office/drawing/2014/main" id="{A144ED09-DA06-491D-95A8-AB3DED432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1CB00BD2-11CD-4A38-8F38-02B0D1105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20234FB-542E-4550-9C2F-1B56FD41A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4" name="Freeform 27">
              <a:extLst>
                <a:ext uri="{FF2B5EF4-FFF2-40B4-BE49-F238E27FC236}">
                  <a16:creationId xmlns:a16="http://schemas.microsoft.com/office/drawing/2014/main" id="{41FCE1F3-DEB3-47CD-90FF-7DABB4AF4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5" name="Freeform 28">
              <a:extLst>
                <a:ext uri="{FF2B5EF4-FFF2-40B4-BE49-F238E27FC236}">
                  <a16:creationId xmlns:a16="http://schemas.microsoft.com/office/drawing/2014/main" id="{5708E488-C19B-452C-B197-6F1C34F6E7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6" name="Freeform 29">
              <a:extLst>
                <a:ext uri="{FF2B5EF4-FFF2-40B4-BE49-F238E27FC236}">
                  <a16:creationId xmlns:a16="http://schemas.microsoft.com/office/drawing/2014/main" id="{89D3FD25-890E-4981-A71D-EE796873D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51B5414C-556A-47CB-8EE2-974A85A7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8" name="Freeform 31">
              <a:extLst>
                <a:ext uri="{FF2B5EF4-FFF2-40B4-BE49-F238E27FC236}">
                  <a16:creationId xmlns:a16="http://schemas.microsoft.com/office/drawing/2014/main" id="{1C02B20C-2B27-4B75-8AEE-A5D2E2674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9" name="Freeform 32">
              <a:extLst>
                <a:ext uri="{FF2B5EF4-FFF2-40B4-BE49-F238E27FC236}">
                  <a16:creationId xmlns:a16="http://schemas.microsoft.com/office/drawing/2014/main" id="{54427714-F9AA-4F93-BD1D-400F1EA93F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0" name="Freeform 33">
              <a:extLst>
                <a:ext uri="{FF2B5EF4-FFF2-40B4-BE49-F238E27FC236}">
                  <a16:creationId xmlns:a16="http://schemas.microsoft.com/office/drawing/2014/main" id="{28A77D6A-9E81-497F-ABCC-2695BB5AD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1" name="Freeform 34">
              <a:extLst>
                <a:ext uri="{FF2B5EF4-FFF2-40B4-BE49-F238E27FC236}">
                  <a16:creationId xmlns:a16="http://schemas.microsoft.com/office/drawing/2014/main" id="{2A1533BA-1478-4F7C-8E24-3F3E90505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2" name="Freeform 35">
              <a:extLst>
                <a:ext uri="{FF2B5EF4-FFF2-40B4-BE49-F238E27FC236}">
                  <a16:creationId xmlns:a16="http://schemas.microsoft.com/office/drawing/2014/main" id="{39686201-E633-40FD-A80A-1E28AD52E3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3" name="Freeform 36">
              <a:extLst>
                <a:ext uri="{FF2B5EF4-FFF2-40B4-BE49-F238E27FC236}">
                  <a16:creationId xmlns:a16="http://schemas.microsoft.com/office/drawing/2014/main" id="{76A215C2-F590-4938-810B-F8A79366C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4" name="Freeform 37">
              <a:extLst>
                <a:ext uri="{FF2B5EF4-FFF2-40B4-BE49-F238E27FC236}">
                  <a16:creationId xmlns:a16="http://schemas.microsoft.com/office/drawing/2014/main" id="{85F418E7-330D-4002-8EC8-33C1A897F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5" name="Freeform 38">
              <a:extLst>
                <a:ext uri="{FF2B5EF4-FFF2-40B4-BE49-F238E27FC236}">
                  <a16:creationId xmlns:a16="http://schemas.microsoft.com/office/drawing/2014/main" id="{8FFE669A-54C9-4436-9566-C5A90F16DB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DE91395A-2D18-4AF6-A0AC-AAA7189FE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HK"/>
          </a:p>
        </p:txBody>
      </p:sp>
      <p:sp>
        <p:nvSpPr>
          <p:cNvPr id="39" name="Freeform 6">
            <a:extLst>
              <a:ext uri="{FF2B5EF4-FFF2-40B4-BE49-F238E27FC236}">
                <a16:creationId xmlns:a16="http://schemas.microsoft.com/office/drawing/2014/main" id="{7BD08880-457D-4C62-A3B5-6A9B0878C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HK"/>
          </a:p>
        </p:txBody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1FF9CEF5-A50D-4B8B-9852-D76F70378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0175EBA7-E4B6-EEDD-035C-2CB753F8753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alphaModFix amt="40000"/>
          </a:blip>
          <a:srcRect t="9532" b="953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E319EB-4FD4-8790-F178-2187B4FA50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000">
                <a:solidFill>
                  <a:schemeClr val="tx1"/>
                </a:solidFill>
              </a:rPr>
              <a:t>ADVERTISE HIGHLY RATED CLOTHES AS THEY DESERVE MORE BUYERS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0684D86-C9D1-40C3-A9B6-EC935C731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HK"/>
          </a:p>
        </p:txBody>
      </p:sp>
      <p:sp>
        <p:nvSpPr>
          <p:cNvPr id="45" name="Freeform 33">
            <a:extLst>
              <a:ext uri="{FF2B5EF4-FFF2-40B4-BE49-F238E27FC236}">
                <a16:creationId xmlns:a16="http://schemas.microsoft.com/office/drawing/2014/main" id="{1EDF7896-F56A-49DA-90F3-F5CE8B9833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2959678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398C59F-5A18-487B-91D6-B955AACF2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0557FAFE-C7C3-47EC-A4F5-9B21663192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95BC28FB-3882-4674-9D79-EA58BEB7C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9C6EC892-83F9-402F-8552-0AD7C0556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18387766-037C-4EF0-8471-D19CBF2A4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1E364F38-6F3A-476A-93E6-962EA817C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35C335A4-1E67-4293-8BE2-DFB085D4F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9A8A0F10-2C98-4297-9F92-5D9553392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C3B112A3-006E-4008-A778-DB5F6A09D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E5E62767-5C25-4C49-9568-432433A3C5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598EC006-77B1-42BA-B815-66CCB9B170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0" name="Freeform 21">
              <a:extLst>
                <a:ext uri="{FF2B5EF4-FFF2-40B4-BE49-F238E27FC236}">
                  <a16:creationId xmlns:a16="http://schemas.microsoft.com/office/drawing/2014/main" id="{A144ED09-DA06-491D-95A8-AB3DED432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1CB00BD2-11CD-4A38-8F38-02B0D1105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20234FB-542E-4550-9C2F-1B56FD41A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4" name="Freeform 27">
              <a:extLst>
                <a:ext uri="{FF2B5EF4-FFF2-40B4-BE49-F238E27FC236}">
                  <a16:creationId xmlns:a16="http://schemas.microsoft.com/office/drawing/2014/main" id="{41FCE1F3-DEB3-47CD-90FF-7DABB4AF4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5" name="Freeform 28">
              <a:extLst>
                <a:ext uri="{FF2B5EF4-FFF2-40B4-BE49-F238E27FC236}">
                  <a16:creationId xmlns:a16="http://schemas.microsoft.com/office/drawing/2014/main" id="{5708E488-C19B-452C-B197-6F1C34F6E7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6" name="Freeform 29">
              <a:extLst>
                <a:ext uri="{FF2B5EF4-FFF2-40B4-BE49-F238E27FC236}">
                  <a16:creationId xmlns:a16="http://schemas.microsoft.com/office/drawing/2014/main" id="{89D3FD25-890E-4981-A71D-EE796873D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51B5414C-556A-47CB-8EE2-974A85A7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8" name="Freeform 31">
              <a:extLst>
                <a:ext uri="{FF2B5EF4-FFF2-40B4-BE49-F238E27FC236}">
                  <a16:creationId xmlns:a16="http://schemas.microsoft.com/office/drawing/2014/main" id="{1C02B20C-2B27-4B75-8AEE-A5D2E2674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9" name="Freeform 32">
              <a:extLst>
                <a:ext uri="{FF2B5EF4-FFF2-40B4-BE49-F238E27FC236}">
                  <a16:creationId xmlns:a16="http://schemas.microsoft.com/office/drawing/2014/main" id="{54427714-F9AA-4F93-BD1D-400F1EA93F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0" name="Freeform 33">
              <a:extLst>
                <a:ext uri="{FF2B5EF4-FFF2-40B4-BE49-F238E27FC236}">
                  <a16:creationId xmlns:a16="http://schemas.microsoft.com/office/drawing/2014/main" id="{28A77D6A-9E81-497F-ABCC-2695BB5AD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1" name="Freeform 34">
              <a:extLst>
                <a:ext uri="{FF2B5EF4-FFF2-40B4-BE49-F238E27FC236}">
                  <a16:creationId xmlns:a16="http://schemas.microsoft.com/office/drawing/2014/main" id="{2A1533BA-1478-4F7C-8E24-3F3E90505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2" name="Freeform 35">
              <a:extLst>
                <a:ext uri="{FF2B5EF4-FFF2-40B4-BE49-F238E27FC236}">
                  <a16:creationId xmlns:a16="http://schemas.microsoft.com/office/drawing/2014/main" id="{39686201-E633-40FD-A80A-1E28AD52E3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3" name="Freeform 36">
              <a:extLst>
                <a:ext uri="{FF2B5EF4-FFF2-40B4-BE49-F238E27FC236}">
                  <a16:creationId xmlns:a16="http://schemas.microsoft.com/office/drawing/2014/main" id="{76A215C2-F590-4938-810B-F8A79366C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4" name="Freeform 37">
              <a:extLst>
                <a:ext uri="{FF2B5EF4-FFF2-40B4-BE49-F238E27FC236}">
                  <a16:creationId xmlns:a16="http://schemas.microsoft.com/office/drawing/2014/main" id="{85F418E7-330D-4002-8EC8-33C1A897F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5" name="Freeform 38">
              <a:extLst>
                <a:ext uri="{FF2B5EF4-FFF2-40B4-BE49-F238E27FC236}">
                  <a16:creationId xmlns:a16="http://schemas.microsoft.com/office/drawing/2014/main" id="{8FFE669A-54C9-4436-9566-C5A90F16DB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DE91395A-2D18-4AF6-A0AC-AAA7189FE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HK"/>
          </a:p>
        </p:txBody>
      </p:sp>
      <p:sp>
        <p:nvSpPr>
          <p:cNvPr id="39" name="Freeform 6">
            <a:extLst>
              <a:ext uri="{FF2B5EF4-FFF2-40B4-BE49-F238E27FC236}">
                <a16:creationId xmlns:a16="http://schemas.microsoft.com/office/drawing/2014/main" id="{7BD08880-457D-4C62-A3B5-6A9B0878C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HK"/>
          </a:p>
        </p:txBody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1FF9CEF5-A50D-4B8B-9852-D76F70378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alculator, pen, compass, money and a paper with graphs printed on it">
            <a:extLst>
              <a:ext uri="{FF2B5EF4-FFF2-40B4-BE49-F238E27FC236}">
                <a16:creationId xmlns:a16="http://schemas.microsoft.com/office/drawing/2014/main" id="{65EAE736-2B27-09A5-7C9C-8EE6EC317B9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b="663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D6F50A-5B4E-597C-AAD1-529DEA26BA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000" dirty="0">
                <a:solidFill>
                  <a:schemeClr val="tx1"/>
                </a:solidFill>
              </a:rPr>
              <a:t>PROVIDE MORE EXPENSIVE PRODUCTS TO INCREASE PROFIT MARGIN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0684D86-C9D1-40C3-A9B6-EC935C731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HK"/>
          </a:p>
        </p:txBody>
      </p:sp>
      <p:sp>
        <p:nvSpPr>
          <p:cNvPr id="45" name="Freeform 33">
            <a:extLst>
              <a:ext uri="{FF2B5EF4-FFF2-40B4-BE49-F238E27FC236}">
                <a16:creationId xmlns:a16="http://schemas.microsoft.com/office/drawing/2014/main" id="{1EDF7896-F56A-49DA-90F3-F5CE8B9833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8487148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7398C59F-5A18-487B-91D6-B955AACF2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557FAFE-C7C3-47EC-A4F5-9B21663192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5BC28FB-3882-4674-9D79-EA58BEB7C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9C6EC892-83F9-402F-8552-0AD7C0556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8387766-037C-4EF0-8471-D19CBF2A4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1E364F38-6F3A-476A-93E6-962EA817C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5C335A4-1E67-4293-8BE2-DFB085D4F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9A8A0F10-2C98-4297-9F92-5D9553392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C3B112A3-006E-4008-A778-DB5F6A09D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5E62767-5C25-4C49-9568-432433A3C5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98EC006-77B1-42BA-B815-66CCB9B170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A144ED09-DA06-491D-95A8-AB3DED432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CB00BD2-11CD-4A38-8F38-02B0D1105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20234FB-542E-4550-9C2F-1B56FD41A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6" name="Freeform 27">
              <a:extLst>
                <a:ext uri="{FF2B5EF4-FFF2-40B4-BE49-F238E27FC236}">
                  <a16:creationId xmlns:a16="http://schemas.microsoft.com/office/drawing/2014/main" id="{41FCE1F3-DEB3-47CD-90FF-7DABB4AF4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7" name="Freeform 28">
              <a:extLst>
                <a:ext uri="{FF2B5EF4-FFF2-40B4-BE49-F238E27FC236}">
                  <a16:creationId xmlns:a16="http://schemas.microsoft.com/office/drawing/2014/main" id="{5708E488-C19B-452C-B197-6F1C34F6E7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8" name="Freeform 29">
              <a:extLst>
                <a:ext uri="{FF2B5EF4-FFF2-40B4-BE49-F238E27FC236}">
                  <a16:creationId xmlns:a16="http://schemas.microsoft.com/office/drawing/2014/main" id="{89D3FD25-890E-4981-A71D-EE796873D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29" name="Freeform 30">
              <a:extLst>
                <a:ext uri="{FF2B5EF4-FFF2-40B4-BE49-F238E27FC236}">
                  <a16:creationId xmlns:a16="http://schemas.microsoft.com/office/drawing/2014/main" id="{51B5414C-556A-47CB-8EE2-974A85A7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0" name="Freeform 31">
              <a:extLst>
                <a:ext uri="{FF2B5EF4-FFF2-40B4-BE49-F238E27FC236}">
                  <a16:creationId xmlns:a16="http://schemas.microsoft.com/office/drawing/2014/main" id="{1C02B20C-2B27-4B75-8AEE-A5D2E2674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1" name="Freeform 32">
              <a:extLst>
                <a:ext uri="{FF2B5EF4-FFF2-40B4-BE49-F238E27FC236}">
                  <a16:creationId xmlns:a16="http://schemas.microsoft.com/office/drawing/2014/main" id="{54427714-F9AA-4F93-BD1D-400F1EA93F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2" name="Freeform 33">
              <a:extLst>
                <a:ext uri="{FF2B5EF4-FFF2-40B4-BE49-F238E27FC236}">
                  <a16:creationId xmlns:a16="http://schemas.microsoft.com/office/drawing/2014/main" id="{28A77D6A-9E81-497F-ABCC-2695BB5AD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3" name="Freeform 34">
              <a:extLst>
                <a:ext uri="{FF2B5EF4-FFF2-40B4-BE49-F238E27FC236}">
                  <a16:creationId xmlns:a16="http://schemas.microsoft.com/office/drawing/2014/main" id="{2A1533BA-1478-4F7C-8E24-3F3E90505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4" name="Freeform 35">
              <a:extLst>
                <a:ext uri="{FF2B5EF4-FFF2-40B4-BE49-F238E27FC236}">
                  <a16:creationId xmlns:a16="http://schemas.microsoft.com/office/drawing/2014/main" id="{39686201-E633-40FD-A80A-1E28AD52E3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5" name="Freeform 36">
              <a:extLst>
                <a:ext uri="{FF2B5EF4-FFF2-40B4-BE49-F238E27FC236}">
                  <a16:creationId xmlns:a16="http://schemas.microsoft.com/office/drawing/2014/main" id="{76A215C2-F590-4938-810B-F8A79366C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6" name="Freeform 37">
              <a:extLst>
                <a:ext uri="{FF2B5EF4-FFF2-40B4-BE49-F238E27FC236}">
                  <a16:creationId xmlns:a16="http://schemas.microsoft.com/office/drawing/2014/main" id="{85F418E7-330D-4002-8EC8-33C1A897F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37" name="Freeform 38">
              <a:extLst>
                <a:ext uri="{FF2B5EF4-FFF2-40B4-BE49-F238E27FC236}">
                  <a16:creationId xmlns:a16="http://schemas.microsoft.com/office/drawing/2014/main" id="{8FFE669A-54C9-4436-9566-C5A90F16DB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DE91395A-2D18-4AF6-A0AC-AAA7189FE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HK"/>
          </a:p>
        </p:txBody>
      </p:sp>
      <p:sp>
        <p:nvSpPr>
          <p:cNvPr id="41" name="Freeform 6">
            <a:extLst>
              <a:ext uri="{FF2B5EF4-FFF2-40B4-BE49-F238E27FC236}">
                <a16:creationId xmlns:a16="http://schemas.microsoft.com/office/drawing/2014/main" id="{7BD08880-457D-4C62-A3B5-6A9B0878C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HK"/>
          </a:p>
        </p:txBody>
      </p: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95FFA5E0-4C70-431D-A19D-18415F6C4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70E4F034-B2C1-6924-A637-D249D0DBB5D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9091" t="2339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45" name="Freeform 5">
            <a:extLst>
              <a:ext uri="{FF2B5EF4-FFF2-40B4-BE49-F238E27FC236}">
                <a16:creationId xmlns:a16="http://schemas.microsoft.com/office/drawing/2014/main" id="{4536C52F-C11B-4718-8B63-3E4A43465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3632297"/>
            <a:ext cx="10602096" cy="2170389"/>
          </a:xfrm>
          <a:custGeom>
            <a:avLst/>
            <a:gdLst>
              <a:gd name="T0" fmla="*/ 2253 w 2259"/>
              <a:gd name="T1" fmla="*/ 195 h 413"/>
              <a:gd name="T2" fmla="*/ 2064 w 2259"/>
              <a:gd name="T3" fmla="*/ 7 h 413"/>
              <a:gd name="T4" fmla="*/ 2062 w 2259"/>
              <a:gd name="T5" fmla="*/ 5 h 413"/>
              <a:gd name="T6" fmla="*/ 2048 w 2259"/>
              <a:gd name="T7" fmla="*/ 0 h 413"/>
              <a:gd name="T8" fmla="*/ 891 w 2259"/>
              <a:gd name="T9" fmla="*/ 0 h 413"/>
              <a:gd name="T10" fmla="*/ 851 w 2259"/>
              <a:gd name="T11" fmla="*/ 0 h 413"/>
              <a:gd name="T12" fmla="*/ 541 w 2259"/>
              <a:gd name="T13" fmla="*/ 0 h 413"/>
              <a:gd name="T14" fmla="*/ 54 w 2259"/>
              <a:gd name="T15" fmla="*/ 0 h 413"/>
              <a:gd name="T16" fmla="*/ 0 w 2259"/>
              <a:gd name="T17" fmla="*/ 0 h 413"/>
              <a:gd name="T18" fmla="*/ 0 w 2259"/>
              <a:gd name="T19" fmla="*/ 413 h 413"/>
              <a:gd name="T20" fmla="*/ 54 w 2259"/>
              <a:gd name="T21" fmla="*/ 413 h 413"/>
              <a:gd name="T22" fmla="*/ 541 w 2259"/>
              <a:gd name="T23" fmla="*/ 413 h 413"/>
              <a:gd name="T24" fmla="*/ 851 w 2259"/>
              <a:gd name="T25" fmla="*/ 413 h 413"/>
              <a:gd name="T26" fmla="*/ 891 w 2259"/>
              <a:gd name="T27" fmla="*/ 413 h 413"/>
              <a:gd name="T28" fmla="*/ 2048 w 2259"/>
              <a:gd name="T29" fmla="*/ 413 h 413"/>
              <a:gd name="T30" fmla="*/ 2062 w 2259"/>
              <a:gd name="T31" fmla="*/ 408 h 413"/>
              <a:gd name="T32" fmla="*/ 2064 w 2259"/>
              <a:gd name="T33" fmla="*/ 406 h 413"/>
              <a:gd name="T34" fmla="*/ 2253 w 2259"/>
              <a:gd name="T35" fmla="*/ 217 h 413"/>
              <a:gd name="T36" fmla="*/ 2253 w 2259"/>
              <a:gd name="T37" fmla="*/ 195 h 4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259" h="413">
                <a:moveTo>
                  <a:pt x="2253" y="195"/>
                </a:moveTo>
                <a:cubicBezTo>
                  <a:pt x="2064" y="7"/>
                  <a:pt x="2064" y="7"/>
                  <a:pt x="2064" y="7"/>
                </a:cubicBezTo>
                <a:cubicBezTo>
                  <a:pt x="2064" y="6"/>
                  <a:pt x="2063" y="5"/>
                  <a:pt x="2062" y="5"/>
                </a:cubicBezTo>
                <a:cubicBezTo>
                  <a:pt x="2058" y="2"/>
                  <a:pt x="2053" y="0"/>
                  <a:pt x="2048" y="0"/>
                </a:cubicBezTo>
                <a:cubicBezTo>
                  <a:pt x="891" y="0"/>
                  <a:pt x="891" y="0"/>
                  <a:pt x="891" y="0"/>
                </a:cubicBezTo>
                <a:cubicBezTo>
                  <a:pt x="851" y="0"/>
                  <a:pt x="851" y="0"/>
                  <a:pt x="851" y="0"/>
                </a:cubicBezTo>
                <a:cubicBezTo>
                  <a:pt x="541" y="0"/>
                  <a:pt x="541" y="0"/>
                  <a:pt x="541" y="0"/>
                </a:cubicBezTo>
                <a:cubicBezTo>
                  <a:pt x="54" y="0"/>
                  <a:pt x="54" y="0"/>
                  <a:pt x="5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413"/>
                  <a:pt x="0" y="413"/>
                  <a:pt x="0" y="413"/>
                </a:cubicBezTo>
                <a:cubicBezTo>
                  <a:pt x="54" y="413"/>
                  <a:pt x="54" y="413"/>
                  <a:pt x="54" y="413"/>
                </a:cubicBezTo>
                <a:cubicBezTo>
                  <a:pt x="541" y="413"/>
                  <a:pt x="541" y="413"/>
                  <a:pt x="541" y="413"/>
                </a:cubicBezTo>
                <a:cubicBezTo>
                  <a:pt x="851" y="413"/>
                  <a:pt x="851" y="413"/>
                  <a:pt x="851" y="413"/>
                </a:cubicBezTo>
                <a:cubicBezTo>
                  <a:pt x="891" y="413"/>
                  <a:pt x="891" y="413"/>
                  <a:pt x="891" y="413"/>
                </a:cubicBezTo>
                <a:cubicBezTo>
                  <a:pt x="2048" y="413"/>
                  <a:pt x="2048" y="413"/>
                  <a:pt x="2048" y="413"/>
                </a:cubicBezTo>
                <a:cubicBezTo>
                  <a:pt x="2053" y="413"/>
                  <a:pt x="2058" y="411"/>
                  <a:pt x="2062" y="408"/>
                </a:cubicBezTo>
                <a:cubicBezTo>
                  <a:pt x="2063" y="407"/>
                  <a:pt x="2064" y="406"/>
                  <a:pt x="2064" y="406"/>
                </a:cubicBezTo>
                <a:cubicBezTo>
                  <a:pt x="2253" y="217"/>
                  <a:pt x="2253" y="217"/>
                  <a:pt x="2253" y="217"/>
                </a:cubicBezTo>
                <a:cubicBezTo>
                  <a:pt x="2259" y="211"/>
                  <a:pt x="2259" y="201"/>
                  <a:pt x="2253" y="195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070E14-415E-1975-4136-A5DA58EF99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3733" y="3962400"/>
            <a:ext cx="8458200" cy="95891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solidFill>
                  <a:srgbClr val="FEFFFF"/>
                </a:solidFill>
              </a:rPr>
              <a:t>FINAL TIPS &amp; TAKEAWAYS</a:t>
            </a:r>
            <a:endParaRPr lang="en-US" dirty="0">
              <a:solidFill>
                <a:srgbClr val="FE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875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183CFBA6-CE65-403A-9402-96B75FC89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48" name="Freeform 11">
              <a:extLst>
                <a:ext uri="{FF2B5EF4-FFF2-40B4-BE49-F238E27FC236}">
                  <a16:creationId xmlns:a16="http://schemas.microsoft.com/office/drawing/2014/main" id="{59AF335C-09EE-4959-A2C9-B32F3C6C1D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49" name="Freeform 12">
              <a:extLst>
                <a:ext uri="{FF2B5EF4-FFF2-40B4-BE49-F238E27FC236}">
                  <a16:creationId xmlns:a16="http://schemas.microsoft.com/office/drawing/2014/main" id="{94CCE8C7-E8BB-47EB-BBC7-5E8948F89F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0" name="Freeform 13">
              <a:extLst>
                <a:ext uri="{FF2B5EF4-FFF2-40B4-BE49-F238E27FC236}">
                  <a16:creationId xmlns:a16="http://schemas.microsoft.com/office/drawing/2014/main" id="{2665878D-6479-49F4-BD1C-D1BE63CABA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1" name="Freeform 14">
              <a:extLst>
                <a:ext uri="{FF2B5EF4-FFF2-40B4-BE49-F238E27FC236}">
                  <a16:creationId xmlns:a16="http://schemas.microsoft.com/office/drawing/2014/main" id="{C6400AEB-4991-4E07-8599-C36A9E354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2" name="Freeform 15">
              <a:extLst>
                <a:ext uri="{FF2B5EF4-FFF2-40B4-BE49-F238E27FC236}">
                  <a16:creationId xmlns:a16="http://schemas.microsoft.com/office/drawing/2014/main" id="{0C2AEB7A-70D9-4DE7-B97A-0325DBC9F2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3" name="Freeform 16">
              <a:extLst>
                <a:ext uri="{FF2B5EF4-FFF2-40B4-BE49-F238E27FC236}">
                  <a16:creationId xmlns:a16="http://schemas.microsoft.com/office/drawing/2014/main" id="{FC03DDD2-9CC7-40B7-A632-50BF3E3F6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4" name="Freeform 17">
              <a:extLst>
                <a:ext uri="{FF2B5EF4-FFF2-40B4-BE49-F238E27FC236}">
                  <a16:creationId xmlns:a16="http://schemas.microsoft.com/office/drawing/2014/main" id="{7F0B3262-F0EC-44D3-AA37-9552D248C7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5" name="Freeform 18">
              <a:extLst>
                <a:ext uri="{FF2B5EF4-FFF2-40B4-BE49-F238E27FC236}">
                  <a16:creationId xmlns:a16="http://schemas.microsoft.com/office/drawing/2014/main" id="{1839BD80-9BF2-49B4-BB03-B5AAB359BF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6" name="Freeform 19">
              <a:extLst>
                <a:ext uri="{FF2B5EF4-FFF2-40B4-BE49-F238E27FC236}">
                  <a16:creationId xmlns:a16="http://schemas.microsoft.com/office/drawing/2014/main" id="{BDC00C45-9216-4702-A31A-391B1D89C4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7" name="Freeform 20">
              <a:extLst>
                <a:ext uri="{FF2B5EF4-FFF2-40B4-BE49-F238E27FC236}">
                  <a16:creationId xmlns:a16="http://schemas.microsoft.com/office/drawing/2014/main" id="{5FB0F70F-34B9-4938-B487-312A0BF0E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8" name="Freeform 21">
              <a:extLst>
                <a:ext uri="{FF2B5EF4-FFF2-40B4-BE49-F238E27FC236}">
                  <a16:creationId xmlns:a16="http://schemas.microsoft.com/office/drawing/2014/main" id="{791D1EE1-5A08-47A7-8D44-0940DEF5B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9" name="Freeform 22">
              <a:extLst>
                <a:ext uri="{FF2B5EF4-FFF2-40B4-BE49-F238E27FC236}">
                  <a16:creationId xmlns:a16="http://schemas.microsoft.com/office/drawing/2014/main" id="{E04F3404-E41A-43F9-AC45-52EB0874B4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C1BC7BDB-967A-4559-AA14-041BCB872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61" name="Freeform 27">
              <a:extLst>
                <a:ext uri="{FF2B5EF4-FFF2-40B4-BE49-F238E27FC236}">
                  <a16:creationId xmlns:a16="http://schemas.microsoft.com/office/drawing/2014/main" id="{A39F46EA-3E4A-46CA-BCB8-CA695ED3F4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62" name="Freeform 28">
              <a:extLst>
                <a:ext uri="{FF2B5EF4-FFF2-40B4-BE49-F238E27FC236}">
                  <a16:creationId xmlns:a16="http://schemas.microsoft.com/office/drawing/2014/main" id="{491A4A32-7F8C-4CA7-9281-9761F03571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63" name="Freeform 29">
              <a:extLst>
                <a:ext uri="{FF2B5EF4-FFF2-40B4-BE49-F238E27FC236}">
                  <a16:creationId xmlns:a16="http://schemas.microsoft.com/office/drawing/2014/main" id="{46B02D76-3CD9-4DF5-A3AD-793E7204E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64" name="Freeform 30">
              <a:extLst>
                <a:ext uri="{FF2B5EF4-FFF2-40B4-BE49-F238E27FC236}">
                  <a16:creationId xmlns:a16="http://schemas.microsoft.com/office/drawing/2014/main" id="{E579A2FB-E98B-4144-9D52-3A72BD8D1B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65" name="Freeform 31">
              <a:extLst>
                <a:ext uri="{FF2B5EF4-FFF2-40B4-BE49-F238E27FC236}">
                  <a16:creationId xmlns:a16="http://schemas.microsoft.com/office/drawing/2014/main" id="{65E500DD-EB71-44B5-A2FA-88E996435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66" name="Freeform 32">
              <a:extLst>
                <a:ext uri="{FF2B5EF4-FFF2-40B4-BE49-F238E27FC236}">
                  <a16:creationId xmlns:a16="http://schemas.microsoft.com/office/drawing/2014/main" id="{04D6AAD6-45AE-454A-9206-8B90E8A26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67" name="Freeform 33">
              <a:extLst>
                <a:ext uri="{FF2B5EF4-FFF2-40B4-BE49-F238E27FC236}">
                  <a16:creationId xmlns:a16="http://schemas.microsoft.com/office/drawing/2014/main" id="{F7399B13-8510-45F6-98C4-0F14C0B37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68" name="Freeform 34">
              <a:extLst>
                <a:ext uri="{FF2B5EF4-FFF2-40B4-BE49-F238E27FC236}">
                  <a16:creationId xmlns:a16="http://schemas.microsoft.com/office/drawing/2014/main" id="{CA595445-6A38-4465-9A5D-9705388D93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69" name="Freeform 35">
              <a:extLst>
                <a:ext uri="{FF2B5EF4-FFF2-40B4-BE49-F238E27FC236}">
                  <a16:creationId xmlns:a16="http://schemas.microsoft.com/office/drawing/2014/main" id="{21D40BAF-4AE0-46F4-BD65-057F0DC66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70" name="Freeform 36">
              <a:extLst>
                <a:ext uri="{FF2B5EF4-FFF2-40B4-BE49-F238E27FC236}">
                  <a16:creationId xmlns:a16="http://schemas.microsoft.com/office/drawing/2014/main" id="{B17F2D73-16DF-4138-B72D-E5B204717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71" name="Freeform 37">
              <a:extLst>
                <a:ext uri="{FF2B5EF4-FFF2-40B4-BE49-F238E27FC236}">
                  <a16:creationId xmlns:a16="http://schemas.microsoft.com/office/drawing/2014/main" id="{DB8ABBC2-6C0C-4F6E-97EB-55B3B7B2F3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72" name="Freeform 38">
              <a:extLst>
                <a:ext uri="{FF2B5EF4-FFF2-40B4-BE49-F238E27FC236}">
                  <a16:creationId xmlns:a16="http://schemas.microsoft.com/office/drawing/2014/main" id="{7A49885E-6B05-41B6-B47F-9D24456F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</p:grpSp>
      <p:sp>
        <p:nvSpPr>
          <p:cNvPr id="73" name="Rectangle 72">
            <a:extLst>
              <a:ext uri="{FF2B5EF4-FFF2-40B4-BE49-F238E27FC236}">
                <a16:creationId xmlns:a16="http://schemas.microsoft.com/office/drawing/2014/main" id="{BDADA868-08FE-425A-AEF9-B622F9373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HK"/>
          </a:p>
        </p:txBody>
      </p:sp>
      <p:sp>
        <p:nvSpPr>
          <p:cNvPr id="74" name="Freeform 11">
            <a:extLst>
              <a:ext uri="{FF2B5EF4-FFF2-40B4-BE49-F238E27FC236}">
                <a16:creationId xmlns:a16="http://schemas.microsoft.com/office/drawing/2014/main" id="{4AE17B7F-6C2F-42A9-946F-8FF49617D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HK"/>
          </a:p>
        </p:txBody>
      </p:sp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BF7E8610-2DF7-4AF0-B876-0F3B7882A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1C8C023-62A6-4DA0-8DF4-3F4EA94090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0669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H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3391" y="624110"/>
            <a:ext cx="9383408" cy="12808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FINAL TIPS &amp; TAKEAWAYS</a:t>
            </a:r>
          </a:p>
        </p:txBody>
      </p:sp>
      <p:sp>
        <p:nvSpPr>
          <p:cNvPr id="77" name="Freeform 11">
            <a:extLst>
              <a:ext uri="{FF2B5EF4-FFF2-40B4-BE49-F238E27FC236}">
                <a16:creationId xmlns:a16="http://schemas.microsoft.com/office/drawing/2014/main" id="{26B9FE07-322E-43FB-8707-C9826BD90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HK"/>
          </a:p>
        </p:txBody>
      </p:sp>
      <p:graphicFrame>
        <p:nvGraphicFramePr>
          <p:cNvPr id="78" name="Content Placeholder 2">
            <a:extLst>
              <a:ext uri="{FF2B5EF4-FFF2-40B4-BE49-F238E27FC236}">
                <a16:creationId xmlns:a16="http://schemas.microsoft.com/office/drawing/2014/main" id="{BCF9F0D0-4D1D-6FEE-6256-7734479815CB}"/>
              </a:ext>
            </a:extLst>
          </p:cNvPr>
          <p:cNvGraphicFramePr>
            <a:graphicFrameLocks noGrp="1"/>
          </p:cNvGraphicFramePr>
          <p:nvPr>
            <p:ph sz="half" idx="14"/>
            <p:extLst>
              <p:ext uri="{D42A27DB-BD31-4B8C-83A1-F6EECF244321}">
                <p14:modId xmlns:p14="http://schemas.microsoft.com/office/powerpoint/2010/main" val="1569845981"/>
              </p:ext>
            </p:extLst>
          </p:nvPr>
        </p:nvGraphicFramePr>
        <p:xfrm>
          <a:off x="961012" y="2930805"/>
          <a:ext cx="10265786" cy="29619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43777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graphicEl>
                                              <a:dgm id="{DABB8854-FCC2-4A7A-883A-5287CEE698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8">
                                            <p:graphicEl>
                                              <a:dgm id="{DABB8854-FCC2-4A7A-883A-5287CEE6988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8">
                                            <p:graphicEl>
                                              <a:dgm id="{DABB8854-FCC2-4A7A-883A-5287CEE698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8">
                                            <p:graphicEl>
                                              <a:dgm id="{DABB8854-FCC2-4A7A-883A-5287CEE698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graphicEl>
                                              <a:dgm id="{FB5AF382-661B-4666-BCDC-75A2C1990E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8">
                                            <p:graphicEl>
                                              <a:dgm id="{FB5AF382-661B-4666-BCDC-75A2C1990ED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8">
                                            <p:graphicEl>
                                              <a:dgm id="{FB5AF382-661B-4666-BCDC-75A2C1990E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8">
                                            <p:graphicEl>
                                              <a:dgm id="{FB5AF382-661B-4666-BCDC-75A2C1990E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graphicEl>
                                              <a:dgm id="{2E1087AE-B87A-44A4-A416-8627A32AD2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8">
                                            <p:graphicEl>
                                              <a:dgm id="{2E1087AE-B87A-44A4-A416-8627A32AD2E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8">
                                            <p:graphicEl>
                                              <a:dgm id="{2E1087AE-B87A-44A4-A416-8627A32AD2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8">
                                            <p:graphicEl>
                                              <a:dgm id="{2E1087AE-B87A-44A4-A416-8627A32AD2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graphicEl>
                                              <a:dgm id="{6C118162-0D5A-4187-BEF4-AACA6C69E3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8">
                                            <p:graphicEl>
                                              <a:dgm id="{6C118162-0D5A-4187-BEF4-AACA6C69E31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8">
                                            <p:graphicEl>
                                              <a:dgm id="{6C118162-0D5A-4187-BEF4-AACA6C69E3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8">
                                            <p:graphicEl>
                                              <a:dgm id="{6C118162-0D5A-4187-BEF4-AACA6C69E3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graphicEl>
                                              <a:dgm id="{764F669A-2558-4982-BD65-2EB323AFD2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8">
                                            <p:graphicEl>
                                              <a:dgm id="{764F669A-2558-4982-BD65-2EB323AFD23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8">
                                            <p:graphicEl>
                                              <a:dgm id="{764F669A-2558-4982-BD65-2EB323AFD2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8">
                                            <p:graphicEl>
                                              <a:dgm id="{764F669A-2558-4982-BD65-2EB323AFD2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graphicEl>
                                              <a:dgm id="{95CC56F9-6496-4ABA-A875-6BA84C2800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8">
                                            <p:graphicEl>
                                              <a:dgm id="{95CC56F9-6496-4ABA-A875-6BA84C2800B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8">
                                            <p:graphicEl>
                                              <a:dgm id="{95CC56F9-6496-4ABA-A875-6BA84C2800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8">
                                            <p:graphicEl>
                                              <a:dgm id="{95CC56F9-6496-4ABA-A875-6BA84C2800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graphicEl>
                                              <a:dgm id="{FD6C9CD8-1BAD-40A6-AEF5-61EF9FC89B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78">
                                            <p:graphicEl>
                                              <a:dgm id="{FD6C9CD8-1BAD-40A6-AEF5-61EF9FC89B2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8">
                                            <p:graphicEl>
                                              <a:dgm id="{FD6C9CD8-1BAD-40A6-AEF5-61EF9FC89B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8">
                                            <p:graphicEl>
                                              <a:dgm id="{FD6C9CD8-1BAD-40A6-AEF5-61EF9FC89B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graphicEl>
                                              <a:dgm id="{6FDF9316-3A5F-4A99-A086-B9A3E922E9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78">
                                            <p:graphicEl>
                                              <a:dgm id="{6FDF9316-3A5F-4A99-A086-B9A3E922E9E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8">
                                            <p:graphicEl>
                                              <a:dgm id="{6FDF9316-3A5F-4A99-A086-B9A3E922E9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8">
                                            <p:graphicEl>
                                              <a:dgm id="{6FDF9316-3A5F-4A99-A086-B9A3E922E9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graphicEl>
                                              <a:dgm id="{5EE8D34A-8912-4FBB-A097-5A281E0829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78">
                                            <p:graphicEl>
                                              <a:dgm id="{5EE8D34A-8912-4FBB-A097-5A281E08290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8">
                                            <p:graphicEl>
                                              <a:dgm id="{5EE8D34A-8912-4FBB-A097-5A281E0829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78">
                                            <p:graphicEl>
                                              <a:dgm id="{5EE8D34A-8912-4FBB-A097-5A281E0829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graphicEl>
                                              <a:dgm id="{8EFEB087-BCC6-433A-817F-7608F0A0FB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78">
                                            <p:graphicEl>
                                              <a:dgm id="{8EFEB087-BCC6-433A-817F-7608F0A0FB1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8">
                                            <p:graphicEl>
                                              <a:dgm id="{8EFEB087-BCC6-433A-817F-7608F0A0FB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78">
                                            <p:graphicEl>
                                              <a:dgm id="{8EFEB087-BCC6-433A-817F-7608F0A0FB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graphicEl>
                                              <a:dgm id="{1AA08B75-AB8A-45EC-A9E4-0A54DF7DE1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78">
                                            <p:graphicEl>
                                              <a:dgm id="{1AA08B75-AB8A-45EC-A9E4-0A54DF7DE17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8">
                                            <p:graphicEl>
                                              <a:dgm id="{1AA08B75-AB8A-45EC-A9E4-0A54DF7DE1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78">
                                            <p:graphicEl>
                                              <a:dgm id="{1AA08B75-AB8A-45EC-A9E4-0A54DF7DE17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8" grpId="0">
        <p:bldSub>
          <a:bldDgm bld="one"/>
        </p:bldSub>
      </p:bldGraphic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F9CEF5-A50D-4B8B-9852-D76F70378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Yellow and blue symbols">
            <a:extLst>
              <a:ext uri="{FF2B5EF4-FFF2-40B4-BE49-F238E27FC236}">
                <a16:creationId xmlns:a16="http://schemas.microsoft.com/office/drawing/2014/main" id="{497684FC-ACA5-6C27-2A50-4A0E0A3B06A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2909" b="1356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F125CD4-CB2A-5073-F4EC-67798A424D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>
            <a:normAutofit/>
          </a:bodyPr>
          <a:lstStyle/>
          <a:p>
            <a:r>
              <a:rPr lang="en-HK" dirty="0">
                <a:solidFill>
                  <a:schemeClr val="tx1"/>
                </a:solidFill>
              </a:rPr>
              <a:t>Q&amp;A SESSION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33CD6A-9C51-5EA0-0DB4-ACB2E5C011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>
            <a:normAutofit/>
          </a:bodyPr>
          <a:lstStyle/>
          <a:p>
            <a:r>
              <a:rPr lang="en-HK" dirty="0"/>
              <a:t>ASK US QUESTIONS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684D86-C9D1-40C3-A9B6-EC935C731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HK"/>
          </a:p>
        </p:txBody>
      </p:sp>
      <p:sp>
        <p:nvSpPr>
          <p:cNvPr id="13" name="Freeform 33">
            <a:extLst>
              <a:ext uri="{FF2B5EF4-FFF2-40B4-BE49-F238E27FC236}">
                <a16:creationId xmlns:a16="http://schemas.microsoft.com/office/drawing/2014/main" id="{1EDF7896-F56A-49DA-90F3-F5CE8B9833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8187335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7398C59F-5A18-487B-91D6-B955AACF2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40" name="Freeform 11">
              <a:extLst>
                <a:ext uri="{FF2B5EF4-FFF2-40B4-BE49-F238E27FC236}">
                  <a16:creationId xmlns:a16="http://schemas.microsoft.com/office/drawing/2014/main" id="{0557FAFE-C7C3-47EC-A4F5-9B21663192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41" name="Freeform 12">
              <a:extLst>
                <a:ext uri="{FF2B5EF4-FFF2-40B4-BE49-F238E27FC236}">
                  <a16:creationId xmlns:a16="http://schemas.microsoft.com/office/drawing/2014/main" id="{95BC28FB-3882-4674-9D79-EA58BEB7C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42" name="Freeform 13">
              <a:extLst>
                <a:ext uri="{FF2B5EF4-FFF2-40B4-BE49-F238E27FC236}">
                  <a16:creationId xmlns:a16="http://schemas.microsoft.com/office/drawing/2014/main" id="{9C6EC892-83F9-402F-8552-0AD7C0556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43" name="Freeform 14">
              <a:extLst>
                <a:ext uri="{FF2B5EF4-FFF2-40B4-BE49-F238E27FC236}">
                  <a16:creationId xmlns:a16="http://schemas.microsoft.com/office/drawing/2014/main" id="{18387766-037C-4EF0-8471-D19CBF2A4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44" name="Freeform 15">
              <a:extLst>
                <a:ext uri="{FF2B5EF4-FFF2-40B4-BE49-F238E27FC236}">
                  <a16:creationId xmlns:a16="http://schemas.microsoft.com/office/drawing/2014/main" id="{1E364F38-6F3A-476A-93E6-962EA817C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45" name="Freeform 16">
              <a:extLst>
                <a:ext uri="{FF2B5EF4-FFF2-40B4-BE49-F238E27FC236}">
                  <a16:creationId xmlns:a16="http://schemas.microsoft.com/office/drawing/2014/main" id="{35C335A4-1E67-4293-8BE2-DFB085D4F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46" name="Freeform 17">
              <a:extLst>
                <a:ext uri="{FF2B5EF4-FFF2-40B4-BE49-F238E27FC236}">
                  <a16:creationId xmlns:a16="http://schemas.microsoft.com/office/drawing/2014/main" id="{9A8A0F10-2C98-4297-9F92-5D9553392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47" name="Freeform 18">
              <a:extLst>
                <a:ext uri="{FF2B5EF4-FFF2-40B4-BE49-F238E27FC236}">
                  <a16:creationId xmlns:a16="http://schemas.microsoft.com/office/drawing/2014/main" id="{C3B112A3-006E-4008-A778-DB5F6A09D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E5E62767-5C25-4C49-9568-432433A3C5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598EC006-77B1-42BA-B815-66CCB9B170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0" name="Freeform 21">
              <a:extLst>
                <a:ext uri="{FF2B5EF4-FFF2-40B4-BE49-F238E27FC236}">
                  <a16:creationId xmlns:a16="http://schemas.microsoft.com/office/drawing/2014/main" id="{A144ED09-DA06-491D-95A8-AB3DED432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1" name="Freeform 22">
              <a:extLst>
                <a:ext uri="{FF2B5EF4-FFF2-40B4-BE49-F238E27FC236}">
                  <a16:creationId xmlns:a16="http://schemas.microsoft.com/office/drawing/2014/main" id="{1CB00BD2-11CD-4A38-8F38-02B0D1105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20234FB-542E-4550-9C2F-1B56FD41A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54" name="Freeform 27">
              <a:extLst>
                <a:ext uri="{FF2B5EF4-FFF2-40B4-BE49-F238E27FC236}">
                  <a16:creationId xmlns:a16="http://schemas.microsoft.com/office/drawing/2014/main" id="{41FCE1F3-DEB3-47CD-90FF-7DABB4AF4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5" name="Freeform 28">
              <a:extLst>
                <a:ext uri="{FF2B5EF4-FFF2-40B4-BE49-F238E27FC236}">
                  <a16:creationId xmlns:a16="http://schemas.microsoft.com/office/drawing/2014/main" id="{5708E488-C19B-452C-B197-6F1C34F6E7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6" name="Freeform 29">
              <a:extLst>
                <a:ext uri="{FF2B5EF4-FFF2-40B4-BE49-F238E27FC236}">
                  <a16:creationId xmlns:a16="http://schemas.microsoft.com/office/drawing/2014/main" id="{89D3FD25-890E-4981-A71D-EE796873D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7" name="Freeform 30">
              <a:extLst>
                <a:ext uri="{FF2B5EF4-FFF2-40B4-BE49-F238E27FC236}">
                  <a16:creationId xmlns:a16="http://schemas.microsoft.com/office/drawing/2014/main" id="{51B5414C-556A-47CB-8EE2-974A85A7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8" name="Freeform 31">
              <a:extLst>
                <a:ext uri="{FF2B5EF4-FFF2-40B4-BE49-F238E27FC236}">
                  <a16:creationId xmlns:a16="http://schemas.microsoft.com/office/drawing/2014/main" id="{1C02B20C-2B27-4B75-8AEE-A5D2E2674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59" name="Freeform 32">
              <a:extLst>
                <a:ext uri="{FF2B5EF4-FFF2-40B4-BE49-F238E27FC236}">
                  <a16:creationId xmlns:a16="http://schemas.microsoft.com/office/drawing/2014/main" id="{54427714-F9AA-4F93-BD1D-400F1EA93F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60" name="Freeform 33">
              <a:extLst>
                <a:ext uri="{FF2B5EF4-FFF2-40B4-BE49-F238E27FC236}">
                  <a16:creationId xmlns:a16="http://schemas.microsoft.com/office/drawing/2014/main" id="{28A77D6A-9E81-497F-ABCC-2695BB5AD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61" name="Freeform 34">
              <a:extLst>
                <a:ext uri="{FF2B5EF4-FFF2-40B4-BE49-F238E27FC236}">
                  <a16:creationId xmlns:a16="http://schemas.microsoft.com/office/drawing/2014/main" id="{2A1533BA-1478-4F7C-8E24-3F3E90505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62" name="Freeform 35">
              <a:extLst>
                <a:ext uri="{FF2B5EF4-FFF2-40B4-BE49-F238E27FC236}">
                  <a16:creationId xmlns:a16="http://schemas.microsoft.com/office/drawing/2014/main" id="{39686201-E633-40FD-A80A-1E28AD52E3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63" name="Freeform 36">
              <a:extLst>
                <a:ext uri="{FF2B5EF4-FFF2-40B4-BE49-F238E27FC236}">
                  <a16:creationId xmlns:a16="http://schemas.microsoft.com/office/drawing/2014/main" id="{76A215C2-F590-4938-810B-F8A79366C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64" name="Freeform 37">
              <a:extLst>
                <a:ext uri="{FF2B5EF4-FFF2-40B4-BE49-F238E27FC236}">
                  <a16:creationId xmlns:a16="http://schemas.microsoft.com/office/drawing/2014/main" id="{85F418E7-330D-4002-8EC8-33C1A897F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  <p:sp>
          <p:nvSpPr>
            <p:cNvPr id="65" name="Freeform 38">
              <a:extLst>
                <a:ext uri="{FF2B5EF4-FFF2-40B4-BE49-F238E27FC236}">
                  <a16:creationId xmlns:a16="http://schemas.microsoft.com/office/drawing/2014/main" id="{8FFE669A-54C9-4436-9566-C5A90F16DB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HK"/>
            </a:p>
          </p:txBody>
        </p:sp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DE91395A-2D18-4AF6-A0AC-AAA7189FE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HK"/>
          </a:p>
        </p:txBody>
      </p:sp>
      <p:sp>
        <p:nvSpPr>
          <p:cNvPr id="69" name="Freeform 6">
            <a:extLst>
              <a:ext uri="{FF2B5EF4-FFF2-40B4-BE49-F238E27FC236}">
                <a16:creationId xmlns:a16="http://schemas.microsoft.com/office/drawing/2014/main" id="{7BD08880-457D-4C62-A3B5-6A9B0878C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HK"/>
          </a:p>
        </p:txBody>
      </p:sp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1FF9CEF5-A50D-4B8B-9852-D76F70378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Placeholder 5" descr="Close-up of a bridge with wires">
            <a:extLst>
              <a:ext uri="{FF2B5EF4-FFF2-40B4-BE49-F238E27FC236}">
                <a16:creationId xmlns:a16="http://schemas.microsoft.com/office/drawing/2014/main" id="{E461669C-A7BA-D639-22CB-B5FBBE698B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786" b="911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3" y="2514600"/>
            <a:ext cx="8915399" cy="22627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0684D86-C9D1-40C3-A9B6-EC935C731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HK"/>
          </a:p>
        </p:txBody>
      </p:sp>
      <p:sp>
        <p:nvSpPr>
          <p:cNvPr id="75" name="Freeform 33">
            <a:extLst>
              <a:ext uri="{FF2B5EF4-FFF2-40B4-BE49-F238E27FC236}">
                <a16:creationId xmlns:a16="http://schemas.microsoft.com/office/drawing/2014/main" id="{1EDF7896-F56A-49DA-90F3-F5CE8B9833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2108021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20BE78-9FDF-401B-B412-3AA10EC5BEA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0E62E91-3991-445A-ADE0-DB143B39320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C180A77-4928-484F-9529-F716C85D6A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503</TotalTime>
  <Words>386</Words>
  <Application>Microsoft Office PowerPoint</Application>
  <PresentationFormat>Widescreen</PresentationFormat>
  <Paragraphs>121</Paragraphs>
  <Slides>23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Arial</vt:lpstr>
      <vt:lpstr>Calibri</vt:lpstr>
      <vt:lpstr>Century Gothic</vt:lpstr>
      <vt:lpstr>Wingdings 3</vt:lpstr>
      <vt:lpstr>Wisp</vt:lpstr>
      <vt:lpstr>E-Commerce Sales Analysis in 2025</vt:lpstr>
      <vt:lpstr>AGENDA</vt:lpstr>
      <vt:lpstr>THE POWER OF DATA SCIENCE</vt:lpstr>
      <vt:lpstr>INTRODUCTION</vt:lpstr>
      <vt:lpstr>METHODOLOGY</vt:lpstr>
      <vt:lpstr>METHODOLOGY</vt:lpstr>
      <vt:lpstr>DATA ANALYSIS</vt:lpstr>
      <vt:lpstr>PowerPoint Presentation</vt:lpstr>
      <vt:lpstr>Performance by Category</vt:lpstr>
      <vt:lpstr>Monthly Sales by Category</vt:lpstr>
      <vt:lpstr>Monthly Revenue by Category</vt:lpstr>
      <vt:lpstr>PowerPoint Presentation</vt:lpstr>
      <vt:lpstr>Special Findings in Regression Models</vt:lpstr>
      <vt:lpstr>BUSINESS STRATEGY ADVISORY</vt:lpstr>
      <vt:lpstr>BUSINESS DIRECTION</vt:lpstr>
      <vt:lpstr>SEASONAL ADJUSTMENT SUGGESTION</vt:lpstr>
      <vt:lpstr>FINANCING SUGGESTION</vt:lpstr>
      <vt:lpstr>ADVERTISE HIGHLY RATED CLOTHES AS THEY DESERVE MORE BUYERS</vt:lpstr>
      <vt:lpstr>PROVIDE MORE EXPENSIVE PRODUCTS TO INCREASE PROFIT MARGIN</vt:lpstr>
      <vt:lpstr>FINAL TIPS &amp; TAKEAWAYS</vt:lpstr>
      <vt:lpstr>FINAL TIPS &amp; TAKEAWAYS</vt:lpstr>
      <vt:lpstr>Q&amp;A SESSION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POON, Chun Hei</dc:creator>
  <cp:lastModifiedBy>POON, Chun Hei</cp:lastModifiedBy>
  <cp:revision>4</cp:revision>
  <dcterms:created xsi:type="dcterms:W3CDTF">2026-01-26T04:40:47Z</dcterms:created>
  <dcterms:modified xsi:type="dcterms:W3CDTF">2026-03-27T12:56:52Z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